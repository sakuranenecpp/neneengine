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41961-FE8A-4BE1-9DDF-15BBD058F0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26E76-3109-440E-9F29-B8BFA7933B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491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26E76-3109-440E-9F29-B8BFA7933B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3708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40392-36FA-2560-1BC7-7C532778C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925390-E357-825A-02AB-BC997626F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02EACD-9B15-D2C0-960E-30EF514C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3583E1-59F3-CDB9-D9AB-B5F34E15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58E97F-A100-10E1-134B-C1ED3043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35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920AA-6FEF-82A6-4A4A-EF84CA2A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C58774-2035-68EE-DD81-459241D28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7C0A8-1162-368E-ECB1-0F2D3D34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E01F1-C74E-C307-E610-3276AA3F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C10B73-2E67-F34B-1358-015437F4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11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DBF662-B82B-C4FB-5C95-CD320F6C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EB4BD-D9A6-559E-D83C-FA0A23A20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0B15BC-9EE1-3095-5C17-4333521E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8B7E5B-C010-F000-CCC5-B28E60AA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05F996-DB32-3E12-4A4C-F455182E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1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245B91-162C-B853-E589-CF552306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D030AE-DF30-FD60-952B-97473E983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A33325-64D2-7132-9F19-7FD30E7A7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2BFA8A-54FC-DE33-BEC7-6B128086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B26EA4-BBCA-1D2E-5A73-0B4674D6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9E14DC-94FC-86AA-4F80-A4D54D59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9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0FEA6-39B5-E4B6-1460-54E37640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1032AE-1585-694A-A52D-ED0598B9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21C947-6A42-AC8C-BC80-317896B35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B8EC0A-EB8C-3C59-899A-98845433A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732B002-5961-138E-6FC7-A436635C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B96302-06B6-6B77-8E8F-EFEC2734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39D897-4741-7657-0BF8-C086A870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1338C7-EF6C-7DF1-0A19-C44E93AF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68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5111F2-6FA0-B661-7F07-8A9E0E2E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A2CC36-0C48-44DC-B8C3-2B2C32CC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E08C8A-07FB-1975-77C3-CD8805E8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4CF00D-5076-7115-A120-C347C3DF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39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B97DAD-FAB9-F24B-57A9-69365ABB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4CA95D-67EE-86DB-1E46-9F744302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3AD4D1-AE63-576B-31DF-11332EA4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3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40480-6EF7-6848-BDDF-E9165345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D98AC2-1A74-59AC-3D56-6CB61750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59E58A-0903-3A25-C9D6-4419AE33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682C80-3E86-9C2F-DD2E-D424A9DC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276A6A-7B5B-F705-C7B4-7F2B1241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979061-B0A7-5164-1A25-70787DC6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09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1C320-3256-3959-931B-7523A3C8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94B078-5190-752C-620D-F1B56B8F9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A817D9-0BA0-D7E7-4A76-A4D76A1E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281EB1-C653-1BF0-2750-605E3942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C5A2A5-3615-79C2-53E0-6884B911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4C6CEC-C3DA-348E-42EA-D64DFAF6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55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AABE7-29C0-109C-2A77-CC29F96B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1494A4-3C14-CE27-38DB-03BBF3D00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DD5D1-039E-D7DC-5E81-917B174A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FCB6B2-79EE-E592-3E02-5359E79D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9FB2B-91E1-6858-7E8B-6E84EDD2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8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4B4A58-5840-F8C1-429C-658C906DA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B3249B-2FC4-754E-29C7-43C6BE010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6AF98F-BC75-469A-93CC-367E4919F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DE279C-0109-121B-3A3E-324E05CE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AE8013-80BA-5F67-74C4-5AEF5BA1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7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27F3717-950F-E421-E250-DDCFC9AB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BD7961-5BA8-F46E-FBEC-791339609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AB014-4E97-C3B4-A71B-3141BC8A0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06768-D803-4A2A-94D0-49F2EC2B67A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577669-5706-CD0D-1402-97969C413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8D9309-D991-5835-CDF1-D2A5DE2C6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2B6CA-0D3E-4E9E-AEAC-A426BCAE8C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14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67AD3E5-3389-9712-E30D-5665B49F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1395" y="-771787"/>
            <a:ext cx="12720506" cy="774578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E7B04A7-FD2A-6F46-90E3-731B3DFF8AD3}"/>
              </a:ext>
            </a:extLst>
          </p:cNvPr>
          <p:cNvSpPr txBox="1"/>
          <p:nvPr/>
        </p:nvSpPr>
        <p:spPr>
          <a:xfrm>
            <a:off x="5276675" y="4530055"/>
            <a:ext cx="1895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>
                <a:solidFill>
                  <a:schemeClr val="bg1"/>
                </a:solidFill>
              </a:rPr>
              <a:t>Continue</a:t>
            </a:r>
            <a:endParaRPr kumimoji="1" lang="en-US" altLang="ja-JP" sz="2400">
              <a:solidFill>
                <a:schemeClr val="bg1"/>
              </a:solidFill>
            </a:endParaRPr>
          </a:p>
          <a:p>
            <a:r>
              <a:rPr kumimoji="1" lang="en-US" altLang="ja-JP" sz="2400">
                <a:solidFill>
                  <a:schemeClr val="bg1"/>
                </a:solidFill>
              </a:rPr>
              <a:t>New Game</a:t>
            </a:r>
          </a:p>
          <a:p>
            <a:r>
              <a:rPr kumimoji="1" lang="en-US" altLang="ja-JP" sz="2400">
                <a:solidFill>
                  <a:schemeClr val="bg1"/>
                </a:solidFill>
              </a:rPr>
              <a:t>Quit Game</a:t>
            </a:r>
            <a:endParaRPr kumimoji="1" lang="ja-JP" altLang="en-US" sz="240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1FD2352-B894-1067-4709-D34FEA85E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37" y="4614135"/>
            <a:ext cx="311538" cy="311538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B22B6480-D533-A8E8-BDC0-224FCE6B730E}"/>
              </a:ext>
            </a:extLst>
          </p:cNvPr>
          <p:cNvSpPr>
            <a:spLocks noChangeAspect="1"/>
          </p:cNvSpPr>
          <p:nvPr/>
        </p:nvSpPr>
        <p:spPr>
          <a:xfrm>
            <a:off x="5020239" y="5029551"/>
            <a:ext cx="201335" cy="201335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6002608-DB98-4168-D308-A290FE466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667" y="6217749"/>
            <a:ext cx="609600" cy="6096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020D1DD-60D8-7D88-6A38-5FC9DECC8CF5}"/>
              </a:ext>
            </a:extLst>
          </p:cNvPr>
          <p:cNvSpPr txBox="1"/>
          <p:nvPr/>
        </p:nvSpPr>
        <p:spPr>
          <a:xfrm>
            <a:off x="4668484" y="6337883"/>
            <a:ext cx="134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Select</a:t>
            </a:r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CF4820-17AB-2123-5E25-E7035C687687}"/>
              </a:ext>
            </a:extLst>
          </p:cNvPr>
          <p:cNvSpPr txBox="1"/>
          <p:nvPr/>
        </p:nvSpPr>
        <p:spPr>
          <a:xfrm>
            <a:off x="6941662" y="6337883"/>
            <a:ext cx="1465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Confirm</a:t>
            </a:r>
            <a:endParaRPr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14742B62-2643-63BF-D1E4-06E48F8782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65" y="6217749"/>
            <a:ext cx="609600" cy="6096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2F51F78-631E-CBC1-D820-36B47A669C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265" y="621774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8D4CA4-6F4E-F5EF-9B3B-B0ED80C7401E}"/>
              </a:ext>
            </a:extLst>
          </p:cNvPr>
          <p:cNvSpPr txBox="1"/>
          <p:nvPr/>
        </p:nvSpPr>
        <p:spPr>
          <a:xfrm>
            <a:off x="2578492" y="4080027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>
                <a:solidFill>
                  <a:schemeClr val="bg1"/>
                </a:solidFill>
              </a:rPr>
              <a:t>1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0D497C-31C8-1097-2F78-2051D02D5263}"/>
              </a:ext>
            </a:extLst>
          </p:cNvPr>
          <p:cNvSpPr txBox="1"/>
          <p:nvPr/>
        </p:nvSpPr>
        <p:spPr>
          <a:xfrm>
            <a:off x="5714815" y="4039402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>
                <a:solidFill>
                  <a:schemeClr val="bg1"/>
                </a:solidFill>
              </a:rPr>
              <a:t>2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7976F3A-C39E-F510-0CBB-D5D51DB05724}"/>
              </a:ext>
            </a:extLst>
          </p:cNvPr>
          <p:cNvSpPr txBox="1"/>
          <p:nvPr/>
        </p:nvSpPr>
        <p:spPr>
          <a:xfrm>
            <a:off x="8887634" y="4089873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>
                <a:solidFill>
                  <a:schemeClr val="bg1"/>
                </a:solidFill>
              </a:rPr>
              <a:t>3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10C5AFA-9D2A-F535-34B6-656087640273}"/>
              </a:ext>
            </a:extLst>
          </p:cNvPr>
          <p:cNvSpPr txBox="1"/>
          <p:nvPr/>
        </p:nvSpPr>
        <p:spPr>
          <a:xfrm>
            <a:off x="4512460" y="520117"/>
            <a:ext cx="316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>
                <a:solidFill>
                  <a:schemeClr val="bg1"/>
                </a:solidFill>
              </a:rPr>
              <a:t>Stage Select</a:t>
            </a:r>
            <a:endParaRPr kumimoji="1" lang="ja-JP" altLang="en-US" sz="2800" b="1">
              <a:solidFill>
                <a:schemeClr val="bg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0E56EA6-A883-0ED9-6700-8B059CCAA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737" y="2914290"/>
            <a:ext cx="381000" cy="381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14791CA-5B9A-F3E7-A915-5DBC0FE7B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556" y="2910352"/>
            <a:ext cx="381000" cy="381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C499967-D8D8-E95C-A656-EC5C52D6F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524" y="6217749"/>
            <a:ext cx="609600" cy="6096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E30F949F-0756-CB10-3031-0D76250A1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048" y="6217749"/>
            <a:ext cx="609600" cy="6096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8AFC3FB-1C42-7B05-13DB-332C828056ED}"/>
              </a:ext>
            </a:extLst>
          </p:cNvPr>
          <p:cNvSpPr txBox="1"/>
          <p:nvPr/>
        </p:nvSpPr>
        <p:spPr>
          <a:xfrm>
            <a:off x="4072865" y="6337883"/>
            <a:ext cx="134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Select</a:t>
            </a:r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F88DFD6-7F86-8BC3-ECEA-4C2DFCD1DBA8}"/>
              </a:ext>
            </a:extLst>
          </p:cNvPr>
          <p:cNvSpPr txBox="1"/>
          <p:nvPr/>
        </p:nvSpPr>
        <p:spPr>
          <a:xfrm>
            <a:off x="6346043" y="6337883"/>
            <a:ext cx="1465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Confirm</a:t>
            </a:r>
            <a:endParaRPr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51E75C1-7D33-F7C4-A517-94BCC695060B}"/>
              </a:ext>
            </a:extLst>
          </p:cNvPr>
          <p:cNvSpPr txBox="1"/>
          <p:nvPr/>
        </p:nvSpPr>
        <p:spPr>
          <a:xfrm>
            <a:off x="8881907" y="6337883"/>
            <a:ext cx="2101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Return to Title</a:t>
            </a:r>
            <a:endParaRPr lang="ja-JP" altLang="en-US">
              <a:solidFill>
                <a:schemeClr val="bg1"/>
              </a:solidFill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488F974-46E7-7228-3EBF-870860103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855" y="6229463"/>
            <a:ext cx="609600" cy="6096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C00DA5D6-CF4A-904B-1036-F7EA713C54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36" y="6217749"/>
            <a:ext cx="609600" cy="609600"/>
          </a:xfrm>
          <a:prstGeom prst="rect">
            <a:avLst/>
          </a:prstGeom>
        </p:spPr>
      </p:pic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D88910E-34F7-CE66-EE09-AD57FFEC2EF0}"/>
              </a:ext>
            </a:extLst>
          </p:cNvPr>
          <p:cNvCxnSpPr>
            <a:cxnSpLocks/>
          </p:cNvCxnSpPr>
          <p:nvPr/>
        </p:nvCxnSpPr>
        <p:spPr>
          <a:xfrm>
            <a:off x="2957631" y="3716322"/>
            <a:ext cx="6486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楕円 42">
            <a:extLst>
              <a:ext uri="{FF2B5EF4-FFF2-40B4-BE49-F238E27FC236}">
                <a16:creationId xmlns:a16="http://schemas.microsoft.com/office/drawing/2014/main" id="{E832CB66-82F9-39CB-93F1-670A691DE27F}"/>
              </a:ext>
            </a:extLst>
          </p:cNvPr>
          <p:cNvSpPr>
            <a:spLocks noChangeAspect="1"/>
          </p:cNvSpPr>
          <p:nvPr/>
        </p:nvSpPr>
        <p:spPr>
          <a:xfrm>
            <a:off x="2822950" y="3534470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77C8B40A-0B58-0F0F-A502-BA2BC6C71ECF}"/>
              </a:ext>
            </a:extLst>
          </p:cNvPr>
          <p:cNvSpPr>
            <a:spLocks noChangeAspect="1"/>
          </p:cNvSpPr>
          <p:nvPr/>
        </p:nvSpPr>
        <p:spPr>
          <a:xfrm>
            <a:off x="5937850" y="3534468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EC433361-4DF5-7CAD-2F10-D2D38A37CAB1}"/>
              </a:ext>
            </a:extLst>
          </p:cNvPr>
          <p:cNvSpPr>
            <a:spLocks noChangeAspect="1"/>
          </p:cNvSpPr>
          <p:nvPr/>
        </p:nvSpPr>
        <p:spPr>
          <a:xfrm>
            <a:off x="9189561" y="3534469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CC407CE3-7BA8-B826-9961-B0F155B9C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9902" y="2037576"/>
            <a:ext cx="1069799" cy="13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4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48D64-0733-F75F-6176-9409C8F7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036D411-3036-D20B-A3BE-0B6137B50D02}"/>
              </a:ext>
            </a:extLst>
          </p:cNvPr>
          <p:cNvSpPr txBox="1"/>
          <p:nvPr/>
        </p:nvSpPr>
        <p:spPr>
          <a:xfrm>
            <a:off x="2578492" y="4080027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>
                <a:solidFill>
                  <a:schemeClr val="bg1"/>
                </a:solidFill>
              </a:rPr>
              <a:t>1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D4654B-B558-40BA-B5FD-1EAA547ED93A}"/>
              </a:ext>
            </a:extLst>
          </p:cNvPr>
          <p:cNvSpPr txBox="1"/>
          <p:nvPr/>
        </p:nvSpPr>
        <p:spPr>
          <a:xfrm>
            <a:off x="5714815" y="4039402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>
                <a:solidFill>
                  <a:schemeClr val="bg1"/>
                </a:solidFill>
              </a:rPr>
              <a:t>2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0C51C2-8DCA-33F9-B834-2542EEF1FD3E}"/>
              </a:ext>
            </a:extLst>
          </p:cNvPr>
          <p:cNvSpPr txBox="1"/>
          <p:nvPr/>
        </p:nvSpPr>
        <p:spPr>
          <a:xfrm>
            <a:off x="8887634" y="4089873"/>
            <a:ext cx="880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b="1">
                <a:solidFill>
                  <a:schemeClr val="bg1"/>
                </a:solidFill>
              </a:rPr>
              <a:t>3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08FE8C9-AAB9-EF66-6747-FA9AC6F6A82C}"/>
              </a:ext>
            </a:extLst>
          </p:cNvPr>
          <p:cNvSpPr txBox="1"/>
          <p:nvPr/>
        </p:nvSpPr>
        <p:spPr>
          <a:xfrm>
            <a:off x="4512460" y="520117"/>
            <a:ext cx="316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>
                <a:solidFill>
                  <a:schemeClr val="bg1"/>
                </a:solidFill>
              </a:rPr>
              <a:t>Stage Select</a:t>
            </a:r>
            <a:endParaRPr kumimoji="1" lang="ja-JP" altLang="en-US" sz="2800" b="1">
              <a:solidFill>
                <a:schemeClr val="bg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97BB49-F099-1B06-1CC2-132C17246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556" y="2910352"/>
            <a:ext cx="381000" cy="381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ADE2B2D-E96B-52AC-CBFA-CC55C84E6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524" y="6217749"/>
            <a:ext cx="609600" cy="6096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B939D60-B51D-FEE2-985E-0A9F646D2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048" y="6217749"/>
            <a:ext cx="609600" cy="60960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A508E13-2D92-D60C-E16D-6647878DF9B8}"/>
              </a:ext>
            </a:extLst>
          </p:cNvPr>
          <p:cNvSpPr txBox="1"/>
          <p:nvPr/>
        </p:nvSpPr>
        <p:spPr>
          <a:xfrm>
            <a:off x="4072865" y="6337883"/>
            <a:ext cx="134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Select</a:t>
            </a:r>
            <a:endParaRPr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A811CD3-60B9-39EE-326F-6F637D6112D5}"/>
              </a:ext>
            </a:extLst>
          </p:cNvPr>
          <p:cNvSpPr txBox="1"/>
          <p:nvPr/>
        </p:nvSpPr>
        <p:spPr>
          <a:xfrm>
            <a:off x="6346043" y="6337883"/>
            <a:ext cx="1465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Confirm</a:t>
            </a:r>
            <a:endParaRPr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3481911-2FC2-B414-615E-28B7F4792C13}"/>
              </a:ext>
            </a:extLst>
          </p:cNvPr>
          <p:cNvSpPr txBox="1"/>
          <p:nvPr/>
        </p:nvSpPr>
        <p:spPr>
          <a:xfrm>
            <a:off x="8881907" y="6337883"/>
            <a:ext cx="2101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Return to Title</a:t>
            </a:r>
            <a:endParaRPr lang="ja-JP" altLang="en-US">
              <a:solidFill>
                <a:schemeClr val="bg1"/>
              </a:solidFill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9BCAE61E-8738-A413-C5DB-FEE023283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855" y="6229463"/>
            <a:ext cx="609600" cy="6096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7E17AE26-1B63-AD69-C7AC-D23469E397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36" y="6217749"/>
            <a:ext cx="609600" cy="609600"/>
          </a:xfrm>
          <a:prstGeom prst="rect">
            <a:avLst/>
          </a:prstGeom>
        </p:spPr>
      </p:pic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7A22CAD-6B5F-5F14-BB75-598F8659467E}"/>
              </a:ext>
            </a:extLst>
          </p:cNvPr>
          <p:cNvCxnSpPr>
            <a:cxnSpLocks/>
          </p:cNvCxnSpPr>
          <p:nvPr/>
        </p:nvCxnSpPr>
        <p:spPr>
          <a:xfrm>
            <a:off x="2957631" y="3716322"/>
            <a:ext cx="64864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楕円 42">
            <a:extLst>
              <a:ext uri="{FF2B5EF4-FFF2-40B4-BE49-F238E27FC236}">
                <a16:creationId xmlns:a16="http://schemas.microsoft.com/office/drawing/2014/main" id="{21323546-9685-54FD-AB79-DBC1374A6CA7}"/>
              </a:ext>
            </a:extLst>
          </p:cNvPr>
          <p:cNvSpPr>
            <a:spLocks noChangeAspect="1"/>
          </p:cNvSpPr>
          <p:nvPr/>
        </p:nvSpPr>
        <p:spPr>
          <a:xfrm>
            <a:off x="2822950" y="3534470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0267FF39-C6B9-719B-7A40-4F91D2691CDC}"/>
              </a:ext>
            </a:extLst>
          </p:cNvPr>
          <p:cNvSpPr>
            <a:spLocks noChangeAspect="1"/>
          </p:cNvSpPr>
          <p:nvPr/>
        </p:nvSpPr>
        <p:spPr>
          <a:xfrm>
            <a:off x="5937850" y="3534468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1C462218-A721-ABCE-D243-473DA56044B8}"/>
              </a:ext>
            </a:extLst>
          </p:cNvPr>
          <p:cNvSpPr>
            <a:spLocks noChangeAspect="1"/>
          </p:cNvSpPr>
          <p:nvPr/>
        </p:nvSpPr>
        <p:spPr>
          <a:xfrm>
            <a:off x="9189561" y="3534469"/>
            <a:ext cx="363705" cy="363705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3811D3E6-D1E0-D1F4-AF3E-480B133D2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5977" y="2071845"/>
            <a:ext cx="1069799" cy="13649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4B12DC4-9D1A-4CB6-F30A-149CBE2DB4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48" y="419176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9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692FCD4-7B06-098D-7290-326AAFE46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49826"/>
            <a:ext cx="12192000" cy="742396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C039CF1-C5E0-0411-402F-D79834948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153" y="6159026"/>
            <a:ext cx="609600" cy="609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AEA5BDD-F0CF-B9D5-57E8-3C768366D7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202" y="6159026"/>
            <a:ext cx="609600" cy="6096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B59BEF-0F0A-B63F-4FB5-002196E6A2C1}"/>
              </a:ext>
            </a:extLst>
          </p:cNvPr>
          <p:cNvSpPr txBox="1"/>
          <p:nvPr/>
        </p:nvSpPr>
        <p:spPr>
          <a:xfrm>
            <a:off x="3041019" y="6279160"/>
            <a:ext cx="134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Move</a:t>
            </a:r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B67A61-133A-8B33-8B9F-35678C0FCACE}"/>
              </a:ext>
            </a:extLst>
          </p:cNvPr>
          <p:cNvSpPr txBox="1"/>
          <p:nvPr/>
        </p:nvSpPr>
        <p:spPr>
          <a:xfrm>
            <a:off x="5806477" y="6279160"/>
            <a:ext cx="1465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Jump</a:t>
            </a:r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F3055E5-720B-8407-A4DA-37808539FF15}"/>
              </a:ext>
            </a:extLst>
          </p:cNvPr>
          <p:cNvSpPr txBox="1"/>
          <p:nvPr/>
        </p:nvSpPr>
        <p:spPr>
          <a:xfrm>
            <a:off x="8056270" y="6279160"/>
            <a:ext cx="2773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Return to Stage Select</a:t>
            </a:r>
            <a:endParaRPr lang="ja-JP" altLang="en-US">
              <a:solidFill>
                <a:schemeClr val="bg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E3011CC-BA60-E701-A10F-384730A3E8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687" y="6159026"/>
            <a:ext cx="609600" cy="6096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367D1F5-5BD2-0A4A-30DD-96408187ED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490" y="6159026"/>
            <a:ext cx="609600" cy="6096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512F774-5DA6-561D-6424-F204DF37E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607" y="615902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5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34</Words>
  <Application>Microsoft Office PowerPoint</Application>
  <PresentationFormat>ワイド画面</PresentationFormat>
  <Paragraphs>23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Rosmarinus Salvia</dc:creator>
  <cp:lastModifiedBy>Rosmarinus Salvia</cp:lastModifiedBy>
  <cp:revision>21</cp:revision>
  <dcterms:created xsi:type="dcterms:W3CDTF">2026-05-27T06:25:15Z</dcterms:created>
  <dcterms:modified xsi:type="dcterms:W3CDTF">2026-05-28T06:54:10Z</dcterms:modified>
</cp:coreProperties>
</file>