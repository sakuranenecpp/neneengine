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8" r:id="rId2"/>
    <p:sldId id="256" r:id="rId3"/>
    <p:sldId id="259" r:id="rId4"/>
    <p:sldId id="260" r:id="rId5"/>
    <p:sldId id="261" r:id="rId6"/>
    <p:sldId id="262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C80"/>
    <a:srgbClr val="FF99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76" d="100"/>
          <a:sy n="76" d="100"/>
        </p:scale>
        <p:origin x="26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C41961-FE8A-4BE1-9DDF-15BBD058F0FA}" type="datetimeFigureOut">
              <a:rPr kumimoji="1" lang="ja-JP" altLang="en-US" smtClean="0"/>
              <a:t>2026/5/31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926E76-3109-440E-9F29-B8BFA7933BF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14913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926E76-3109-440E-9F29-B8BFA7933BFD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37088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6F40392-36FA-2560-1BC7-7C532778CD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3925390-E357-825A-02AB-BC997626FD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702EACD-9B15-D2C0-960E-30EF514CA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06768-D803-4A2A-94D0-49F2EC2B67A1}" type="datetimeFigureOut">
              <a:rPr kumimoji="1" lang="ja-JP" altLang="en-US" smtClean="0"/>
              <a:t>2026/5/31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D3583E1-59F3-CDB9-D9AB-B5F34E154E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858E97F-A100-10E1-134B-C1ED30437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22B6CA-0D3E-4E9E-AEAC-A426BCAE8C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423507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920AA-6FEF-82A6-4A4A-EF84CA2A7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8C58774-2035-68EE-DD81-459241D282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F47C0A8-1162-368E-ECB1-0F2D3D34F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06768-D803-4A2A-94D0-49F2EC2B67A1}" type="datetimeFigureOut">
              <a:rPr kumimoji="1" lang="ja-JP" altLang="en-US" smtClean="0"/>
              <a:t>2026/5/31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00E01F1-C74E-C307-E610-3276AA3F3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4C10B73-2E67-F34B-1358-015437F43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22B6CA-0D3E-4E9E-AEAC-A426BCAE8C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7115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ADBF662-B82B-C4FB-5C95-CD320F6CE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2BEB4BD-D9A6-559E-D83C-FA0A23A20A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20B15BC-9EE1-3095-5C17-4333521ED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06768-D803-4A2A-94D0-49F2EC2B67A1}" type="datetimeFigureOut">
              <a:rPr kumimoji="1" lang="ja-JP" altLang="en-US" smtClean="0"/>
              <a:t>2026/5/31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18B7E5B-C010-F000-CCC5-B28E60AA6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A05F996-DB32-3E12-4A4C-F455182E8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22B6CA-0D3E-4E9E-AEAC-A426BCAE8C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471649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0245B91-162C-B853-E589-CF5523065D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5D030AE-DF30-FD60-952B-97473E9837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5A33325-64D2-7132-9F19-7FD30E7A7E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42BFA8A-54FC-DE33-BEC7-6B128086F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06768-D803-4A2A-94D0-49F2EC2B67A1}" type="datetimeFigureOut">
              <a:rPr kumimoji="1" lang="ja-JP" altLang="en-US" smtClean="0"/>
              <a:t>2026/5/31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6B26EA4-BBCA-1D2E-5A73-0B4674D6B9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C9E14DC-94FC-86AA-4F80-A4D54D592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22B6CA-0D3E-4E9E-AEAC-A426BCAE8C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5981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30FEA6-39B5-E4B6-1460-54E3764005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81032AE-1585-694A-A52D-ED0598B91D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821C947-6A42-AC8C-BC80-317896B350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1B8EC0A-EB8C-3C59-899A-98845433AC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732B002-5961-138E-6FC7-A436635C94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CB96302-06B6-6B77-8E8F-EFEC27348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06768-D803-4A2A-94D0-49F2EC2B67A1}" type="datetimeFigureOut">
              <a:rPr kumimoji="1" lang="ja-JP" altLang="en-US" smtClean="0"/>
              <a:t>2026/5/31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B39D897-4741-7657-0BF8-C086A8705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A1338C7-EF6C-7DF1-0A19-C44E93AFD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22B6CA-0D3E-4E9E-AEAC-A426BCAE8C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1686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55111F2-6FA0-B661-7F07-8A9E0E2EA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DA2CC36-0C48-44DC-B8C3-2B2C32CC35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06768-D803-4A2A-94D0-49F2EC2B67A1}" type="datetimeFigureOut">
              <a:rPr kumimoji="1" lang="ja-JP" altLang="en-US" smtClean="0"/>
              <a:t>2026/5/31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AE08C8A-07FB-1975-77C3-CD8805E83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44CF00D-5076-7115-A120-C347C3DFB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22B6CA-0D3E-4E9E-AEAC-A426BCAE8C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103967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8B97DAD-FAB9-F24B-57A9-69365ABB1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06768-D803-4A2A-94D0-49F2EC2B67A1}" type="datetimeFigureOut">
              <a:rPr kumimoji="1" lang="ja-JP" altLang="en-US" smtClean="0"/>
              <a:t>2026/5/31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B4CA95D-67EE-86DB-1E46-9F7443028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53AD4D1-AE63-576B-31DF-11332EA43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22B6CA-0D3E-4E9E-AEAC-A426BCAE8C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98348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D40480-6EF7-6848-BDDF-E91653456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FD98AC2-1A74-59AC-3D56-6CB6175007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E59E58A-0903-3A25-C9D6-4419AE33C2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0682C80-3E86-9C2F-DD2E-D424A9DC55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06768-D803-4A2A-94D0-49F2EC2B67A1}" type="datetimeFigureOut">
              <a:rPr kumimoji="1" lang="ja-JP" altLang="en-US" smtClean="0"/>
              <a:t>2026/5/31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7276A6A-7B5B-F705-C7B4-7F2B12413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F979061-B0A7-5164-1A25-70787DC611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22B6CA-0D3E-4E9E-AEAC-A426BCAE8C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870966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D61C320-3256-3959-931B-7523A3C87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594B078-5190-752C-620D-F1B56B8F9A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5A817D9-0BA0-D7E7-4A76-A4D76A1E60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1281EB1-C653-1BF0-2750-605E3942B0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06768-D803-4A2A-94D0-49F2EC2B67A1}" type="datetimeFigureOut">
              <a:rPr kumimoji="1" lang="ja-JP" altLang="en-US" smtClean="0"/>
              <a:t>2026/5/31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DC5A2A5-3615-79C2-53E0-6884B911E5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4C6CEC-C3DA-348E-42EA-D64DFAF6B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22B6CA-0D3E-4E9E-AEAC-A426BCAE8C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5559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1DAABE7-29C0-109C-2A77-CC29F96BF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A1494A4-3C14-CE27-38DB-03BBF3D00B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CFDD5D1-039E-D7DC-5E81-917B174AE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06768-D803-4A2A-94D0-49F2EC2B67A1}" type="datetimeFigureOut">
              <a:rPr kumimoji="1" lang="ja-JP" altLang="en-US" smtClean="0"/>
              <a:t>2026/5/31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CFCB6B2-79EE-E592-3E02-5359E79DF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2D9FB2B-91E1-6858-7E8B-6E84EDD2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22B6CA-0D3E-4E9E-AEAC-A426BCAE8C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88767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94B4A58-5840-F8C1-429C-658C906DA2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8B3249B-2FC4-754E-29C7-43C6BE010E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16AF98F-BC75-469A-93CC-367E4919F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06768-D803-4A2A-94D0-49F2EC2B67A1}" type="datetimeFigureOut">
              <a:rPr kumimoji="1" lang="ja-JP" altLang="en-US" smtClean="0"/>
              <a:t>2026/5/31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EDE279C-0109-121B-3A3E-324E05CE7F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BAE8013-80BA-5F67-74C4-5AEF5BA1C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22B6CA-0D3E-4E9E-AEAC-A426BCAE8C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37003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27F3717-950F-E421-E250-DDCFC9AB48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BBD7961-5BA8-F46E-FBEC-791339609F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B1AB014-4E97-C3B4-A71B-3141BC8A07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B06768-D803-4A2A-94D0-49F2EC2B67A1}" type="datetimeFigureOut">
              <a:rPr kumimoji="1" lang="ja-JP" altLang="en-US" smtClean="0"/>
              <a:t>2026/5/31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C577669-5706-CD0D-1402-97969C4135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A8D9309-D991-5835-CDF1-D2A5DE2C6C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22B6CA-0D3E-4E9E-AEAC-A426BCAE8C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41409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67AD3E5-3389-9712-E30D-5665B49F8B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61395" y="-771787"/>
            <a:ext cx="12720506" cy="7745784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E7B04A7-FD2A-6F46-90E3-731B3DFF8AD3}"/>
              </a:ext>
            </a:extLst>
          </p:cNvPr>
          <p:cNvSpPr txBox="1"/>
          <p:nvPr/>
        </p:nvSpPr>
        <p:spPr>
          <a:xfrm>
            <a:off x="5276675" y="4530055"/>
            <a:ext cx="1895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>
                <a:solidFill>
                  <a:schemeClr val="bg1"/>
                </a:solidFill>
              </a:rPr>
              <a:t>Continue</a:t>
            </a:r>
            <a:endParaRPr kumimoji="1" lang="en-US" altLang="ja-JP" sz="2400">
              <a:solidFill>
                <a:schemeClr val="bg1"/>
              </a:solidFill>
            </a:endParaRPr>
          </a:p>
          <a:p>
            <a:r>
              <a:rPr kumimoji="1" lang="en-US" altLang="ja-JP" sz="2400">
                <a:solidFill>
                  <a:schemeClr val="bg1"/>
                </a:solidFill>
              </a:rPr>
              <a:t>New Game</a:t>
            </a:r>
          </a:p>
          <a:p>
            <a:r>
              <a:rPr kumimoji="1" lang="en-US" altLang="ja-JP" sz="2400">
                <a:solidFill>
                  <a:schemeClr val="bg1"/>
                </a:solidFill>
              </a:rPr>
              <a:t>Settings</a:t>
            </a:r>
          </a:p>
          <a:p>
            <a:r>
              <a:rPr kumimoji="1" lang="en-US" altLang="ja-JP" sz="2400">
                <a:solidFill>
                  <a:schemeClr val="bg1"/>
                </a:solidFill>
              </a:rPr>
              <a:t>Quit Game</a:t>
            </a:r>
            <a:endParaRPr kumimoji="1" lang="ja-JP" altLang="en-US" sz="2400">
              <a:solidFill>
                <a:schemeClr val="bg1"/>
              </a:solidFill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01FD2352-B894-1067-4709-D34FEA85E9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5137" y="4614135"/>
            <a:ext cx="311538" cy="311538"/>
          </a:xfrm>
          <a:prstGeom prst="rect">
            <a:avLst/>
          </a:prstGeom>
        </p:spPr>
      </p:pic>
      <p:sp>
        <p:nvSpPr>
          <p:cNvPr id="9" name="楕円 8">
            <a:extLst>
              <a:ext uri="{FF2B5EF4-FFF2-40B4-BE49-F238E27FC236}">
                <a16:creationId xmlns:a16="http://schemas.microsoft.com/office/drawing/2014/main" id="{B22B6480-D533-A8E8-BDC0-224FCE6B730E}"/>
              </a:ext>
            </a:extLst>
          </p:cNvPr>
          <p:cNvSpPr>
            <a:spLocks noChangeAspect="1"/>
          </p:cNvSpPr>
          <p:nvPr/>
        </p:nvSpPr>
        <p:spPr>
          <a:xfrm>
            <a:off x="5020239" y="5029551"/>
            <a:ext cx="201335" cy="201335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F6002608-DB98-4168-D308-A290FE466F7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8667" y="6217749"/>
            <a:ext cx="609600" cy="609600"/>
          </a:xfrm>
          <a:prstGeom prst="rect">
            <a:avLst/>
          </a:prstGeom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020D1DD-60D8-7D88-6A38-5FC9DECC8CF5}"/>
              </a:ext>
            </a:extLst>
          </p:cNvPr>
          <p:cNvSpPr txBox="1"/>
          <p:nvPr/>
        </p:nvSpPr>
        <p:spPr>
          <a:xfrm>
            <a:off x="4668484" y="6337883"/>
            <a:ext cx="13485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solidFill>
                  <a:schemeClr val="bg1"/>
                </a:solidFill>
              </a:rPr>
              <a:t>Select</a:t>
            </a:r>
            <a:endParaRPr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5CF4820-17AB-2123-5E25-E7035C687687}"/>
              </a:ext>
            </a:extLst>
          </p:cNvPr>
          <p:cNvSpPr txBox="1"/>
          <p:nvPr/>
        </p:nvSpPr>
        <p:spPr>
          <a:xfrm>
            <a:off x="6941662" y="6337883"/>
            <a:ext cx="14651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solidFill>
                  <a:schemeClr val="bg1"/>
                </a:solidFill>
              </a:rPr>
              <a:t>Confirm</a:t>
            </a:r>
            <a:endParaRPr lang="ja-JP" altLang="en-US"/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14742B62-2643-63BF-D1E4-06E48F8782B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9665" y="6217749"/>
            <a:ext cx="609600" cy="609600"/>
          </a:xfrm>
          <a:prstGeom prst="rect">
            <a:avLst/>
          </a:prstGeom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42F51F78-631E-CBC1-D820-36B47A669CE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265" y="6217749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597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D8D4CA4-6F4E-F5EF-9B3B-B0ED80C7401E}"/>
              </a:ext>
            </a:extLst>
          </p:cNvPr>
          <p:cNvSpPr txBox="1"/>
          <p:nvPr/>
        </p:nvSpPr>
        <p:spPr>
          <a:xfrm>
            <a:off x="2578492" y="4080027"/>
            <a:ext cx="8808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b="1">
                <a:solidFill>
                  <a:schemeClr val="bg1"/>
                </a:solidFill>
              </a:rPr>
              <a:t>1</a:t>
            </a:r>
            <a:endParaRPr kumimoji="1" lang="ja-JP" altLang="en-US" sz="3200" b="1">
              <a:solidFill>
                <a:schemeClr val="bg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890D497C-31C8-1097-2F78-2051D02D5263}"/>
              </a:ext>
            </a:extLst>
          </p:cNvPr>
          <p:cNvSpPr txBox="1"/>
          <p:nvPr/>
        </p:nvSpPr>
        <p:spPr>
          <a:xfrm>
            <a:off x="5714815" y="4039402"/>
            <a:ext cx="8808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3200" b="1">
                <a:solidFill>
                  <a:schemeClr val="bg1"/>
                </a:solidFill>
              </a:rPr>
              <a:t>2</a:t>
            </a:r>
            <a:endParaRPr kumimoji="1" lang="ja-JP" altLang="en-US" sz="3200" b="1">
              <a:solidFill>
                <a:schemeClr val="bg1"/>
              </a:solidFill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7976F3A-C39E-F510-0CBB-D5D51DB05724}"/>
              </a:ext>
            </a:extLst>
          </p:cNvPr>
          <p:cNvSpPr txBox="1"/>
          <p:nvPr/>
        </p:nvSpPr>
        <p:spPr>
          <a:xfrm>
            <a:off x="8887634" y="4089873"/>
            <a:ext cx="8808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b="1">
                <a:solidFill>
                  <a:schemeClr val="bg1"/>
                </a:solidFill>
              </a:rPr>
              <a:t>3</a:t>
            </a:r>
            <a:endParaRPr kumimoji="1" lang="ja-JP" altLang="en-US" sz="3200" b="1">
              <a:solidFill>
                <a:schemeClr val="bg1"/>
              </a:solidFill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310C5AFA-9D2A-F535-34B6-656087640273}"/>
              </a:ext>
            </a:extLst>
          </p:cNvPr>
          <p:cNvSpPr txBox="1"/>
          <p:nvPr/>
        </p:nvSpPr>
        <p:spPr>
          <a:xfrm>
            <a:off x="4512460" y="520117"/>
            <a:ext cx="31670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2800" b="1">
                <a:solidFill>
                  <a:schemeClr val="bg1"/>
                </a:solidFill>
              </a:rPr>
              <a:t>Stage Select</a:t>
            </a:r>
            <a:endParaRPr kumimoji="1" lang="ja-JP" altLang="en-US" sz="2800" b="1">
              <a:solidFill>
                <a:schemeClr val="bg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0E56EA6-A883-0ED9-6700-8B059CCAA7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4737" y="2914290"/>
            <a:ext cx="381000" cy="381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314791CA-5B9A-F3E7-A915-5DBC0FE7BB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556" y="2910352"/>
            <a:ext cx="381000" cy="381000"/>
          </a:xfrm>
          <a:prstGeom prst="rect">
            <a:avLst/>
          </a:prstGeom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0C499967-D8D8-E95C-A656-EC5C52D6F4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4524" y="6217749"/>
            <a:ext cx="609600" cy="609600"/>
          </a:xfrm>
          <a:prstGeom prst="rect">
            <a:avLst/>
          </a:prstGeom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E30F949F-0756-CB10-3031-0D76250A13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3048" y="6217749"/>
            <a:ext cx="609600" cy="609600"/>
          </a:xfrm>
          <a:prstGeom prst="rect">
            <a:avLst/>
          </a:prstGeom>
        </p:spPr>
      </p:pic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48AFC3FB-1C42-7B05-13DB-332C828056ED}"/>
              </a:ext>
            </a:extLst>
          </p:cNvPr>
          <p:cNvSpPr txBox="1"/>
          <p:nvPr/>
        </p:nvSpPr>
        <p:spPr>
          <a:xfrm>
            <a:off x="4072865" y="6337883"/>
            <a:ext cx="13485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solidFill>
                  <a:schemeClr val="bg1"/>
                </a:solidFill>
              </a:rPr>
              <a:t>Select</a:t>
            </a:r>
            <a:endParaRPr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1F88DFD6-7F86-8BC3-ECEA-4C2DFCD1DBA8}"/>
              </a:ext>
            </a:extLst>
          </p:cNvPr>
          <p:cNvSpPr txBox="1"/>
          <p:nvPr/>
        </p:nvSpPr>
        <p:spPr>
          <a:xfrm>
            <a:off x="6346043" y="6337883"/>
            <a:ext cx="14651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solidFill>
                  <a:schemeClr val="bg1"/>
                </a:solidFill>
              </a:rPr>
              <a:t>Confirm</a:t>
            </a:r>
            <a:endParaRPr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851E75C1-7D33-F7C4-A517-94BCC695060B}"/>
              </a:ext>
            </a:extLst>
          </p:cNvPr>
          <p:cNvSpPr txBox="1"/>
          <p:nvPr/>
        </p:nvSpPr>
        <p:spPr>
          <a:xfrm>
            <a:off x="8881907" y="6337883"/>
            <a:ext cx="21016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solidFill>
                  <a:schemeClr val="bg1"/>
                </a:solidFill>
              </a:rPr>
              <a:t>Return to Title</a:t>
            </a:r>
            <a:endParaRPr lang="ja-JP" altLang="en-US">
              <a:solidFill>
                <a:schemeClr val="bg1"/>
              </a:solidFill>
            </a:endParaRPr>
          </a:p>
        </p:txBody>
      </p:sp>
      <p:pic>
        <p:nvPicPr>
          <p:cNvPr id="36" name="図 35">
            <a:extLst>
              <a:ext uri="{FF2B5EF4-FFF2-40B4-BE49-F238E27FC236}">
                <a16:creationId xmlns:a16="http://schemas.microsoft.com/office/drawing/2014/main" id="{E488F974-46E7-7228-3EBF-8708601035C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1855" y="6229463"/>
            <a:ext cx="609600" cy="609600"/>
          </a:xfrm>
          <a:prstGeom prst="rect">
            <a:avLst/>
          </a:prstGeom>
        </p:spPr>
      </p:pic>
      <p:pic>
        <p:nvPicPr>
          <p:cNvPr id="38" name="図 37">
            <a:extLst>
              <a:ext uri="{FF2B5EF4-FFF2-40B4-BE49-F238E27FC236}">
                <a16:creationId xmlns:a16="http://schemas.microsoft.com/office/drawing/2014/main" id="{C00DA5D6-CF4A-904B-1036-F7EA713C541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9336" y="6217749"/>
            <a:ext cx="609600" cy="609600"/>
          </a:xfrm>
          <a:prstGeom prst="rect">
            <a:avLst/>
          </a:prstGeom>
        </p:spPr>
      </p:pic>
      <p:cxnSp>
        <p:nvCxnSpPr>
          <p:cNvPr id="40" name="直線コネクタ 39">
            <a:extLst>
              <a:ext uri="{FF2B5EF4-FFF2-40B4-BE49-F238E27FC236}">
                <a16:creationId xmlns:a16="http://schemas.microsoft.com/office/drawing/2014/main" id="{CD88910E-34F7-CE66-EE09-AD57FFEC2EF0}"/>
              </a:ext>
            </a:extLst>
          </p:cNvPr>
          <p:cNvCxnSpPr>
            <a:cxnSpLocks/>
          </p:cNvCxnSpPr>
          <p:nvPr/>
        </p:nvCxnSpPr>
        <p:spPr>
          <a:xfrm>
            <a:off x="2957631" y="3716322"/>
            <a:ext cx="648649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E832CB66-82F9-39CB-93F1-670A691DE27F}"/>
              </a:ext>
            </a:extLst>
          </p:cNvPr>
          <p:cNvSpPr>
            <a:spLocks noChangeAspect="1"/>
          </p:cNvSpPr>
          <p:nvPr/>
        </p:nvSpPr>
        <p:spPr>
          <a:xfrm>
            <a:off x="2822950" y="3534470"/>
            <a:ext cx="363705" cy="363705"/>
          </a:xfrm>
          <a:prstGeom prst="ellipse">
            <a:avLst/>
          </a:prstGeom>
          <a:solidFill>
            <a:schemeClr val="bg1"/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楕円 45">
            <a:extLst>
              <a:ext uri="{FF2B5EF4-FFF2-40B4-BE49-F238E27FC236}">
                <a16:creationId xmlns:a16="http://schemas.microsoft.com/office/drawing/2014/main" id="{77C8B40A-0B58-0F0F-A502-BA2BC6C71ECF}"/>
              </a:ext>
            </a:extLst>
          </p:cNvPr>
          <p:cNvSpPr>
            <a:spLocks noChangeAspect="1"/>
          </p:cNvSpPr>
          <p:nvPr/>
        </p:nvSpPr>
        <p:spPr>
          <a:xfrm>
            <a:off x="5937850" y="3534468"/>
            <a:ext cx="363705" cy="363705"/>
          </a:xfrm>
          <a:prstGeom prst="ellipse">
            <a:avLst/>
          </a:prstGeom>
          <a:solidFill>
            <a:schemeClr val="bg1"/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楕円 46">
            <a:extLst>
              <a:ext uri="{FF2B5EF4-FFF2-40B4-BE49-F238E27FC236}">
                <a16:creationId xmlns:a16="http://schemas.microsoft.com/office/drawing/2014/main" id="{EC433361-4DF5-7CAD-2F10-D2D38A37CAB1}"/>
              </a:ext>
            </a:extLst>
          </p:cNvPr>
          <p:cNvSpPr>
            <a:spLocks noChangeAspect="1"/>
          </p:cNvSpPr>
          <p:nvPr/>
        </p:nvSpPr>
        <p:spPr>
          <a:xfrm>
            <a:off x="9189561" y="3534469"/>
            <a:ext cx="363705" cy="363705"/>
          </a:xfrm>
          <a:prstGeom prst="ellipse">
            <a:avLst/>
          </a:prstGeom>
          <a:solidFill>
            <a:schemeClr val="bg1"/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9" name="図 48">
            <a:extLst>
              <a:ext uri="{FF2B5EF4-FFF2-40B4-BE49-F238E27FC236}">
                <a16:creationId xmlns:a16="http://schemas.microsoft.com/office/drawing/2014/main" id="{CC407CE3-7BA8-B826-9961-B0F155B9C29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69902" y="2037576"/>
            <a:ext cx="1069799" cy="1364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5477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48D64-0733-F75F-6176-9409C8F7E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036D411-3036-D20B-A3BE-0B6137B50D02}"/>
              </a:ext>
            </a:extLst>
          </p:cNvPr>
          <p:cNvSpPr txBox="1"/>
          <p:nvPr/>
        </p:nvSpPr>
        <p:spPr>
          <a:xfrm>
            <a:off x="2578492" y="4080027"/>
            <a:ext cx="8808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b="1">
                <a:solidFill>
                  <a:schemeClr val="bg1"/>
                </a:solidFill>
              </a:rPr>
              <a:t>1</a:t>
            </a:r>
            <a:endParaRPr kumimoji="1" lang="ja-JP" altLang="en-US" sz="3200" b="1">
              <a:solidFill>
                <a:schemeClr val="bg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4D4654B-B558-40BA-B5FD-1EAA547ED93A}"/>
              </a:ext>
            </a:extLst>
          </p:cNvPr>
          <p:cNvSpPr txBox="1"/>
          <p:nvPr/>
        </p:nvSpPr>
        <p:spPr>
          <a:xfrm>
            <a:off x="5714815" y="4039402"/>
            <a:ext cx="8808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3200" b="1">
                <a:solidFill>
                  <a:schemeClr val="bg1"/>
                </a:solidFill>
              </a:rPr>
              <a:t>2</a:t>
            </a:r>
            <a:endParaRPr kumimoji="1" lang="ja-JP" altLang="en-US" sz="3200" b="1">
              <a:solidFill>
                <a:schemeClr val="bg1"/>
              </a:solidFill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00C51C2-8DCA-33F9-B834-2542EEF1FD3E}"/>
              </a:ext>
            </a:extLst>
          </p:cNvPr>
          <p:cNvSpPr txBox="1"/>
          <p:nvPr/>
        </p:nvSpPr>
        <p:spPr>
          <a:xfrm>
            <a:off x="8887634" y="4089873"/>
            <a:ext cx="8808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b="1">
                <a:solidFill>
                  <a:schemeClr val="bg1"/>
                </a:solidFill>
              </a:rPr>
              <a:t>3</a:t>
            </a:r>
            <a:endParaRPr kumimoji="1" lang="ja-JP" altLang="en-US" sz="3200" b="1">
              <a:solidFill>
                <a:schemeClr val="bg1"/>
              </a:solidFill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08FE8C9-AAB9-EF66-6747-FA9AC6F6A82C}"/>
              </a:ext>
            </a:extLst>
          </p:cNvPr>
          <p:cNvSpPr txBox="1"/>
          <p:nvPr/>
        </p:nvSpPr>
        <p:spPr>
          <a:xfrm>
            <a:off x="4512460" y="520117"/>
            <a:ext cx="31670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2800" b="1">
                <a:solidFill>
                  <a:schemeClr val="bg1"/>
                </a:solidFill>
              </a:rPr>
              <a:t>Stage Select</a:t>
            </a:r>
            <a:endParaRPr kumimoji="1" lang="ja-JP" altLang="en-US" sz="2800" b="1">
              <a:solidFill>
                <a:schemeClr val="bg1"/>
              </a:solidFill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097BB49-F099-1B06-1CC2-132C172463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556" y="2910352"/>
            <a:ext cx="381000" cy="381000"/>
          </a:xfrm>
          <a:prstGeom prst="rect">
            <a:avLst/>
          </a:prstGeom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6ADE2B2D-E96B-52AC-CBFA-CC55C84E69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4524" y="6217749"/>
            <a:ext cx="609600" cy="609600"/>
          </a:xfrm>
          <a:prstGeom prst="rect">
            <a:avLst/>
          </a:prstGeom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0B939D60-B51D-FEE2-985E-0A9F646D2D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3048" y="6217749"/>
            <a:ext cx="609600" cy="609600"/>
          </a:xfrm>
          <a:prstGeom prst="rect">
            <a:avLst/>
          </a:prstGeom>
        </p:spPr>
      </p:pic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FA508E13-2D92-D60C-E16D-6647878DF9B8}"/>
              </a:ext>
            </a:extLst>
          </p:cNvPr>
          <p:cNvSpPr txBox="1"/>
          <p:nvPr/>
        </p:nvSpPr>
        <p:spPr>
          <a:xfrm>
            <a:off x="4072865" y="6337883"/>
            <a:ext cx="13485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solidFill>
                  <a:schemeClr val="bg1"/>
                </a:solidFill>
              </a:rPr>
              <a:t>Select</a:t>
            </a:r>
            <a:endParaRPr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9A811CD3-60B9-39EE-326F-6F637D6112D5}"/>
              </a:ext>
            </a:extLst>
          </p:cNvPr>
          <p:cNvSpPr txBox="1"/>
          <p:nvPr/>
        </p:nvSpPr>
        <p:spPr>
          <a:xfrm>
            <a:off x="6346043" y="6337883"/>
            <a:ext cx="14651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solidFill>
                  <a:schemeClr val="bg1"/>
                </a:solidFill>
              </a:rPr>
              <a:t>Confirm</a:t>
            </a:r>
            <a:endParaRPr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D3481911-2FC2-B414-615E-28B7F4792C13}"/>
              </a:ext>
            </a:extLst>
          </p:cNvPr>
          <p:cNvSpPr txBox="1"/>
          <p:nvPr/>
        </p:nvSpPr>
        <p:spPr>
          <a:xfrm>
            <a:off x="8881907" y="6337883"/>
            <a:ext cx="21016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solidFill>
                  <a:schemeClr val="bg1"/>
                </a:solidFill>
              </a:rPr>
              <a:t>Return to Title</a:t>
            </a:r>
            <a:endParaRPr lang="ja-JP" altLang="en-US">
              <a:solidFill>
                <a:schemeClr val="bg1"/>
              </a:solidFill>
            </a:endParaRPr>
          </a:p>
        </p:txBody>
      </p:sp>
      <p:pic>
        <p:nvPicPr>
          <p:cNvPr id="36" name="図 35">
            <a:extLst>
              <a:ext uri="{FF2B5EF4-FFF2-40B4-BE49-F238E27FC236}">
                <a16:creationId xmlns:a16="http://schemas.microsoft.com/office/drawing/2014/main" id="{9BCAE61E-8738-A413-C5DB-FEE023283D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1855" y="6229463"/>
            <a:ext cx="609600" cy="609600"/>
          </a:xfrm>
          <a:prstGeom prst="rect">
            <a:avLst/>
          </a:prstGeom>
        </p:spPr>
      </p:pic>
      <p:pic>
        <p:nvPicPr>
          <p:cNvPr id="38" name="図 37">
            <a:extLst>
              <a:ext uri="{FF2B5EF4-FFF2-40B4-BE49-F238E27FC236}">
                <a16:creationId xmlns:a16="http://schemas.microsoft.com/office/drawing/2014/main" id="{7E17AE26-1B63-AD69-C7AC-D23469E3973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9336" y="6217749"/>
            <a:ext cx="609600" cy="609600"/>
          </a:xfrm>
          <a:prstGeom prst="rect">
            <a:avLst/>
          </a:prstGeom>
        </p:spPr>
      </p:pic>
      <p:cxnSp>
        <p:nvCxnSpPr>
          <p:cNvPr id="40" name="直線コネクタ 39">
            <a:extLst>
              <a:ext uri="{FF2B5EF4-FFF2-40B4-BE49-F238E27FC236}">
                <a16:creationId xmlns:a16="http://schemas.microsoft.com/office/drawing/2014/main" id="{A7A22CAD-6B5F-5F14-BB75-598F8659467E}"/>
              </a:ext>
            </a:extLst>
          </p:cNvPr>
          <p:cNvCxnSpPr>
            <a:cxnSpLocks/>
          </p:cNvCxnSpPr>
          <p:nvPr/>
        </p:nvCxnSpPr>
        <p:spPr>
          <a:xfrm>
            <a:off x="2957631" y="3716322"/>
            <a:ext cx="648649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21323546-9685-54FD-AB79-DBC1374A6CA7}"/>
              </a:ext>
            </a:extLst>
          </p:cNvPr>
          <p:cNvSpPr>
            <a:spLocks noChangeAspect="1"/>
          </p:cNvSpPr>
          <p:nvPr/>
        </p:nvSpPr>
        <p:spPr>
          <a:xfrm>
            <a:off x="2822950" y="3534470"/>
            <a:ext cx="363705" cy="363705"/>
          </a:xfrm>
          <a:prstGeom prst="ellipse">
            <a:avLst/>
          </a:prstGeom>
          <a:solidFill>
            <a:schemeClr val="bg1"/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楕円 45">
            <a:extLst>
              <a:ext uri="{FF2B5EF4-FFF2-40B4-BE49-F238E27FC236}">
                <a16:creationId xmlns:a16="http://schemas.microsoft.com/office/drawing/2014/main" id="{0267FF39-C6B9-719B-7A40-4F91D2691CDC}"/>
              </a:ext>
            </a:extLst>
          </p:cNvPr>
          <p:cNvSpPr>
            <a:spLocks noChangeAspect="1"/>
          </p:cNvSpPr>
          <p:nvPr/>
        </p:nvSpPr>
        <p:spPr>
          <a:xfrm>
            <a:off x="5937850" y="3534468"/>
            <a:ext cx="363705" cy="363705"/>
          </a:xfrm>
          <a:prstGeom prst="ellipse">
            <a:avLst/>
          </a:prstGeom>
          <a:solidFill>
            <a:schemeClr val="bg1"/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楕円 46">
            <a:extLst>
              <a:ext uri="{FF2B5EF4-FFF2-40B4-BE49-F238E27FC236}">
                <a16:creationId xmlns:a16="http://schemas.microsoft.com/office/drawing/2014/main" id="{1C462218-A721-ABCE-D243-473DA56044B8}"/>
              </a:ext>
            </a:extLst>
          </p:cNvPr>
          <p:cNvSpPr>
            <a:spLocks noChangeAspect="1"/>
          </p:cNvSpPr>
          <p:nvPr/>
        </p:nvSpPr>
        <p:spPr>
          <a:xfrm>
            <a:off x="9189561" y="3534469"/>
            <a:ext cx="363705" cy="363705"/>
          </a:xfrm>
          <a:prstGeom prst="ellipse">
            <a:avLst/>
          </a:prstGeom>
          <a:solidFill>
            <a:schemeClr val="bg1"/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9" name="図 48">
            <a:extLst>
              <a:ext uri="{FF2B5EF4-FFF2-40B4-BE49-F238E27FC236}">
                <a16:creationId xmlns:a16="http://schemas.microsoft.com/office/drawing/2014/main" id="{3811D3E6-D1E0-D1F4-AF3E-480B133D25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5977" y="2071845"/>
            <a:ext cx="1069799" cy="1364916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D4B12DC4-9D1A-4CB6-F30A-149CBE2DB43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2248" y="4191760"/>
            <a:ext cx="3810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8965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D692FCD4-7B06-098D-7290-326AAFE467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-549826"/>
            <a:ext cx="12192000" cy="7423966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0C039CF1-C5E0-0411-402F-D79834948D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9153" y="6159026"/>
            <a:ext cx="609600" cy="6096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DAEA5BDD-F0CF-B9D5-57E8-3C768366D7A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1202" y="6159026"/>
            <a:ext cx="609600" cy="609600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DB59BEF-0F0A-B63F-4FB5-002196E6A2C1}"/>
              </a:ext>
            </a:extLst>
          </p:cNvPr>
          <p:cNvSpPr txBox="1"/>
          <p:nvPr/>
        </p:nvSpPr>
        <p:spPr>
          <a:xfrm>
            <a:off x="3041019" y="6279160"/>
            <a:ext cx="13485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solidFill>
                  <a:schemeClr val="bg1"/>
                </a:solidFill>
              </a:rPr>
              <a:t>Move</a:t>
            </a:r>
            <a:endParaRPr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7B67A61-133A-8B33-8B9F-35678C0FCACE}"/>
              </a:ext>
            </a:extLst>
          </p:cNvPr>
          <p:cNvSpPr txBox="1"/>
          <p:nvPr/>
        </p:nvSpPr>
        <p:spPr>
          <a:xfrm>
            <a:off x="5806477" y="6279160"/>
            <a:ext cx="14651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solidFill>
                  <a:schemeClr val="bg1"/>
                </a:solidFill>
              </a:rPr>
              <a:t>Jump</a:t>
            </a:r>
            <a:endParaRPr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F3055E5-720B-8407-A4DA-37808539FF15}"/>
              </a:ext>
            </a:extLst>
          </p:cNvPr>
          <p:cNvSpPr txBox="1"/>
          <p:nvPr/>
        </p:nvSpPr>
        <p:spPr>
          <a:xfrm>
            <a:off x="8056270" y="6279160"/>
            <a:ext cx="27739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solidFill>
                  <a:schemeClr val="bg1"/>
                </a:solidFill>
              </a:rPr>
              <a:t>Return to Stage Select</a:t>
            </a:r>
            <a:endParaRPr lang="ja-JP" altLang="en-US">
              <a:solidFill>
                <a:schemeClr val="bg1"/>
              </a:solidFill>
            </a:endParaRP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2E3011CC-BA60-E701-A10F-384730A3E86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687" y="6159026"/>
            <a:ext cx="609600" cy="609600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8367D1F5-5BD2-0A4A-30DD-96408187EDB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7490" y="6159026"/>
            <a:ext cx="609600" cy="609600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5512F774-5DA6-561D-6424-F204DF37EE9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6607" y="6159026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8584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5D57866-6266-0655-5F6F-42A6B16DFF66}"/>
              </a:ext>
            </a:extLst>
          </p:cNvPr>
          <p:cNvSpPr txBox="1"/>
          <p:nvPr/>
        </p:nvSpPr>
        <p:spPr>
          <a:xfrm>
            <a:off x="402672" y="679508"/>
            <a:ext cx="5117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800">
                <a:solidFill>
                  <a:schemeClr val="bg1"/>
                </a:solidFill>
              </a:rPr>
              <a:t>Settings</a:t>
            </a:r>
            <a:endParaRPr kumimoji="1" lang="ja-JP" altLang="en-US" sz="2800">
              <a:solidFill>
                <a:schemeClr val="bg1"/>
              </a:solidFill>
            </a:endParaRPr>
          </a:p>
        </p:txBody>
      </p: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238C89AF-7929-D80B-75C8-9F0B471C3324}"/>
              </a:ext>
            </a:extLst>
          </p:cNvPr>
          <p:cNvCxnSpPr>
            <a:cxnSpLocks/>
          </p:cNvCxnSpPr>
          <p:nvPr/>
        </p:nvCxnSpPr>
        <p:spPr>
          <a:xfrm>
            <a:off x="2843868" y="1803633"/>
            <a:ext cx="0" cy="2944536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0D0DA17-9212-2EE2-AA53-4959B6ADBAFA}"/>
              </a:ext>
            </a:extLst>
          </p:cNvPr>
          <p:cNvSpPr txBox="1"/>
          <p:nvPr/>
        </p:nvSpPr>
        <p:spPr>
          <a:xfrm>
            <a:off x="973123" y="1929360"/>
            <a:ext cx="15184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 b="1">
                <a:solidFill>
                  <a:schemeClr val="bg1"/>
                </a:solidFill>
              </a:rPr>
              <a:t>FPS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3734F6A-9F69-55EB-468E-62A96FD55A54}"/>
              </a:ext>
            </a:extLst>
          </p:cNvPr>
          <p:cNvSpPr txBox="1"/>
          <p:nvPr/>
        </p:nvSpPr>
        <p:spPr>
          <a:xfrm>
            <a:off x="209725" y="3404083"/>
            <a:ext cx="22818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ja-JP" altLang="ja-JP">
                <a:solidFill>
                  <a:schemeClr val="bg1">
                    <a:lumMod val="65000"/>
                  </a:schemeClr>
                </a:solidFill>
              </a:rPr>
              <a:t>Cursor in Window</a:t>
            </a:r>
            <a:endParaRPr kumimoji="1" lang="ja-JP" altLang="en-US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749E13E-03F7-5457-6356-9C3350002F84}"/>
              </a:ext>
            </a:extLst>
          </p:cNvPr>
          <p:cNvSpPr txBox="1"/>
          <p:nvPr/>
        </p:nvSpPr>
        <p:spPr>
          <a:xfrm>
            <a:off x="3191490" y="1940641"/>
            <a:ext cx="620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>
                <a:solidFill>
                  <a:schemeClr val="bg1"/>
                </a:solidFill>
              </a:rPr>
              <a:t>60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1DC811D-612D-A3B6-DF1B-DF930EBCCEAE}"/>
              </a:ext>
            </a:extLst>
          </p:cNvPr>
          <p:cNvSpPr txBox="1"/>
          <p:nvPr/>
        </p:nvSpPr>
        <p:spPr>
          <a:xfrm>
            <a:off x="4833074" y="1915103"/>
            <a:ext cx="620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solidFill>
                  <a:schemeClr val="bg1">
                    <a:lumMod val="65000"/>
                  </a:schemeClr>
                </a:solidFill>
              </a:rPr>
              <a:t>30</a:t>
            </a:r>
            <a:endParaRPr kumimoji="1" lang="ja-JP" altLang="en-US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2E69CFC2-A362-8AD4-48D2-63A11BB0377E}"/>
              </a:ext>
            </a:extLst>
          </p:cNvPr>
          <p:cNvSpPr txBox="1"/>
          <p:nvPr/>
        </p:nvSpPr>
        <p:spPr>
          <a:xfrm>
            <a:off x="3191490" y="3404083"/>
            <a:ext cx="9892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>
                <a:solidFill>
                  <a:schemeClr val="bg1"/>
                </a:solidFill>
              </a:rPr>
              <a:t>Show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F3C4B40-6F92-38A2-4D35-4D10AB9A03C6}"/>
              </a:ext>
            </a:extLst>
          </p:cNvPr>
          <p:cNvSpPr txBox="1"/>
          <p:nvPr/>
        </p:nvSpPr>
        <p:spPr>
          <a:xfrm>
            <a:off x="4833074" y="3415327"/>
            <a:ext cx="9892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>
                <a:solidFill>
                  <a:schemeClr val="bg1">
                    <a:lumMod val="65000"/>
                  </a:schemeClr>
                </a:solidFill>
              </a:rPr>
              <a:t>Hide</a:t>
            </a:r>
            <a:endParaRPr kumimoji="1" lang="ja-JP" altLang="en-US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EAA82436-4395-6A70-938D-550721DD49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4166" y="2122511"/>
            <a:ext cx="609600" cy="609600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D591F591-F266-C1B4-EEA6-4137E3253D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3766" y="2122511"/>
            <a:ext cx="609600" cy="6096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E9F5136-8BD1-3F1B-8566-3B4103C46E81}"/>
              </a:ext>
            </a:extLst>
          </p:cNvPr>
          <p:cNvSpPr txBox="1"/>
          <p:nvPr/>
        </p:nvSpPr>
        <p:spPr>
          <a:xfrm>
            <a:off x="9804247" y="2242645"/>
            <a:ext cx="1898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solidFill>
                  <a:schemeClr val="bg1"/>
                </a:solidFill>
              </a:rPr>
              <a:t>S</a:t>
            </a:r>
            <a:r>
              <a:rPr kumimoji="1" lang="en-US" altLang="ja-JP">
                <a:solidFill>
                  <a:schemeClr val="bg1"/>
                </a:solidFill>
              </a:rPr>
              <a:t>elect Option</a:t>
            </a:r>
            <a:endParaRPr kumimoji="1" lang="ja-JP" altLang="en-US">
              <a:solidFill>
                <a:schemeClr val="bg1"/>
              </a:solidFill>
            </a:endParaRPr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C24910A6-95D5-1B44-3C73-586028B4CB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4166" y="2830403"/>
            <a:ext cx="609600" cy="609600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123718F1-879A-EF1A-C283-033DA139974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1647" y="2818689"/>
            <a:ext cx="609600" cy="609600"/>
          </a:xfrm>
          <a:prstGeom prst="rect">
            <a:avLst/>
          </a:prstGeom>
        </p:spPr>
      </p:pic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D240A78E-8EE4-9E22-ACCB-A0E84231AD06}"/>
              </a:ext>
            </a:extLst>
          </p:cNvPr>
          <p:cNvSpPr txBox="1"/>
          <p:nvPr/>
        </p:nvSpPr>
        <p:spPr>
          <a:xfrm>
            <a:off x="9801917" y="2950537"/>
            <a:ext cx="19003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ja-JP">
                <a:solidFill>
                  <a:schemeClr val="bg1"/>
                </a:solidFill>
              </a:rPr>
              <a:t>Change Option</a:t>
            </a:r>
            <a:endParaRPr kumimoji="1" lang="ja-JP" altLang="en-US">
              <a:solidFill>
                <a:schemeClr val="bg1"/>
              </a:solidFill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35C74972-54F3-E834-A5C7-77D2B7BB108E}"/>
              </a:ext>
            </a:extLst>
          </p:cNvPr>
          <p:cNvSpPr txBox="1"/>
          <p:nvPr/>
        </p:nvSpPr>
        <p:spPr>
          <a:xfrm>
            <a:off x="526079" y="6414214"/>
            <a:ext cx="25478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>
                <a:solidFill>
                  <a:schemeClr val="bg1"/>
                </a:solidFill>
              </a:rPr>
              <a:t>Saved!</a:t>
            </a:r>
            <a:endParaRPr kumimoji="1" lang="ja-JP" altLang="en-US">
              <a:solidFill>
                <a:schemeClr val="bg1"/>
              </a:solidFill>
            </a:endParaRPr>
          </a:p>
        </p:txBody>
      </p:sp>
      <p:pic>
        <p:nvPicPr>
          <p:cNvPr id="21" name="図 20">
            <a:extLst>
              <a:ext uri="{FF2B5EF4-FFF2-40B4-BE49-F238E27FC236}">
                <a16:creationId xmlns:a16="http://schemas.microsoft.com/office/drawing/2014/main" id="{1781EE38-798A-B4D5-F5F2-8E831947846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4166" y="3538295"/>
            <a:ext cx="609600" cy="609600"/>
          </a:xfrm>
          <a:prstGeom prst="rect">
            <a:avLst/>
          </a:prstGeom>
        </p:spPr>
      </p:pic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F3A2E0B5-3990-B560-20DA-4AB41ADD9C53}"/>
              </a:ext>
            </a:extLst>
          </p:cNvPr>
          <p:cNvSpPr txBox="1"/>
          <p:nvPr/>
        </p:nvSpPr>
        <p:spPr>
          <a:xfrm>
            <a:off x="9261549" y="3658429"/>
            <a:ext cx="21016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solidFill>
                  <a:schemeClr val="bg1"/>
                </a:solidFill>
              </a:rPr>
              <a:t>Return to Title</a:t>
            </a:r>
            <a:endParaRPr lang="ja-JP" altLang="en-US">
              <a:solidFill>
                <a:schemeClr val="bg1"/>
              </a:solidFill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3196A32F-FFC4-E78A-E409-B38C210D3C36}"/>
              </a:ext>
            </a:extLst>
          </p:cNvPr>
          <p:cNvSpPr txBox="1"/>
          <p:nvPr/>
        </p:nvSpPr>
        <p:spPr>
          <a:xfrm>
            <a:off x="636128" y="2382925"/>
            <a:ext cx="1888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ja-JP">
                <a:solidFill>
                  <a:schemeClr val="bg1">
                    <a:lumMod val="65000"/>
                  </a:schemeClr>
                </a:solidFill>
              </a:rPr>
              <a:t>SE Volume</a:t>
            </a:r>
            <a:endParaRPr kumimoji="1" lang="ja-JP" altLang="en-US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A557CABD-059B-1F9B-D619-300169F57B70}"/>
              </a:ext>
            </a:extLst>
          </p:cNvPr>
          <p:cNvSpPr txBox="1"/>
          <p:nvPr/>
        </p:nvSpPr>
        <p:spPr>
          <a:xfrm>
            <a:off x="636128" y="2852709"/>
            <a:ext cx="1888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solidFill>
                  <a:schemeClr val="bg1">
                    <a:lumMod val="65000"/>
                  </a:schemeClr>
                </a:solidFill>
              </a:rPr>
              <a:t>BGM</a:t>
            </a:r>
            <a:r>
              <a:rPr kumimoji="1" lang="en-US" altLang="ja-JP">
                <a:solidFill>
                  <a:schemeClr val="bg1">
                    <a:lumMod val="65000"/>
                  </a:schemeClr>
                </a:solidFill>
              </a:rPr>
              <a:t> Volume</a:t>
            </a:r>
            <a:endParaRPr kumimoji="1" lang="ja-JP" altLang="en-US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27" name="図 26">
            <a:extLst>
              <a:ext uri="{FF2B5EF4-FFF2-40B4-BE49-F238E27FC236}">
                <a16:creationId xmlns:a16="http://schemas.microsoft.com/office/drawing/2014/main" id="{199571A0-9C43-1A42-8BD9-B87BA2D4F08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725" y="6456005"/>
            <a:ext cx="285750" cy="285750"/>
          </a:xfrm>
          <a:prstGeom prst="rect">
            <a:avLst/>
          </a:prstGeom>
        </p:spPr>
      </p:pic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25F055C3-19FD-CD26-3459-9E79D94ECE69}"/>
              </a:ext>
            </a:extLst>
          </p:cNvPr>
          <p:cNvSpPr txBox="1"/>
          <p:nvPr/>
        </p:nvSpPr>
        <p:spPr>
          <a:xfrm>
            <a:off x="3191490" y="2382925"/>
            <a:ext cx="2738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solidFill>
                  <a:schemeClr val="bg1">
                    <a:lumMod val="65000"/>
                  </a:schemeClr>
                </a:solidFill>
              </a:rPr>
              <a:t>0  1  2  3  4  </a:t>
            </a:r>
            <a:r>
              <a:rPr lang="en-US" altLang="ja-JP" b="1">
                <a:solidFill>
                  <a:schemeClr val="bg1"/>
                </a:solidFill>
              </a:rPr>
              <a:t>5</a:t>
            </a:r>
            <a:r>
              <a:rPr lang="en-US" altLang="ja-JP">
                <a:solidFill>
                  <a:schemeClr val="bg1">
                    <a:lumMod val="65000"/>
                  </a:schemeClr>
                </a:solidFill>
              </a:rPr>
              <a:t>  6  7  8  9</a:t>
            </a:r>
            <a:endParaRPr kumimoji="1" lang="ja-JP" altLang="en-US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9463B8D5-49B3-561A-AAE3-E0B57216C7AF}"/>
              </a:ext>
            </a:extLst>
          </p:cNvPr>
          <p:cNvSpPr txBox="1"/>
          <p:nvPr/>
        </p:nvSpPr>
        <p:spPr>
          <a:xfrm>
            <a:off x="3191490" y="2852709"/>
            <a:ext cx="2738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solidFill>
                  <a:schemeClr val="bg1">
                    <a:lumMod val="65000"/>
                  </a:schemeClr>
                </a:solidFill>
              </a:rPr>
              <a:t>0  1  2  3  4  </a:t>
            </a:r>
            <a:r>
              <a:rPr lang="en-US" altLang="ja-JP" b="1">
                <a:solidFill>
                  <a:schemeClr val="bg1"/>
                </a:solidFill>
              </a:rPr>
              <a:t>5</a:t>
            </a:r>
            <a:r>
              <a:rPr lang="en-US" altLang="ja-JP">
                <a:solidFill>
                  <a:schemeClr val="bg1">
                    <a:lumMod val="65000"/>
                  </a:schemeClr>
                </a:solidFill>
              </a:rPr>
              <a:t>  6  7  8  9</a:t>
            </a:r>
            <a:endParaRPr kumimoji="1" lang="ja-JP" altLang="en-US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E991BC1F-77D1-8D1E-37C4-921CC21FB86F}"/>
              </a:ext>
            </a:extLst>
          </p:cNvPr>
          <p:cNvSpPr txBox="1"/>
          <p:nvPr/>
        </p:nvSpPr>
        <p:spPr>
          <a:xfrm>
            <a:off x="209725" y="4155180"/>
            <a:ext cx="22818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ja-JP">
                <a:solidFill>
                  <a:schemeClr val="bg1">
                    <a:lumMod val="65000"/>
                  </a:schemeClr>
                </a:solidFill>
              </a:rPr>
              <a:t>Dino Control</a:t>
            </a:r>
            <a:endParaRPr kumimoji="1" lang="ja-JP" altLang="en-US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8EF3E76C-F9AE-848C-8D9E-9DB4A84C7130}"/>
              </a:ext>
            </a:extLst>
          </p:cNvPr>
          <p:cNvSpPr txBox="1"/>
          <p:nvPr/>
        </p:nvSpPr>
        <p:spPr>
          <a:xfrm>
            <a:off x="3191490" y="3981640"/>
            <a:ext cx="23284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b="1">
                <a:solidFill>
                  <a:schemeClr val="bg1"/>
                </a:solidFill>
              </a:rPr>
              <a:t>Arrows</a:t>
            </a:r>
          </a:p>
          <a:p>
            <a:r>
              <a:rPr lang="en-US" altLang="ja-JP" b="1">
                <a:solidFill>
                  <a:schemeClr val="bg1"/>
                </a:solidFill>
              </a:rPr>
              <a:t>+ Space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754CF970-960A-569E-D09C-BCC5ECCE714A}"/>
              </a:ext>
            </a:extLst>
          </p:cNvPr>
          <p:cNvSpPr txBox="1"/>
          <p:nvPr/>
        </p:nvSpPr>
        <p:spPr>
          <a:xfrm>
            <a:off x="4833074" y="3981640"/>
            <a:ext cx="19365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solidFill>
                  <a:schemeClr val="bg1">
                    <a:lumMod val="65000"/>
                  </a:schemeClr>
                </a:solidFill>
              </a:rPr>
              <a:t>WASD</a:t>
            </a:r>
          </a:p>
          <a:p>
            <a:r>
              <a:rPr lang="en-US" altLang="ja-JP">
                <a:solidFill>
                  <a:schemeClr val="bg1">
                    <a:lumMod val="65000"/>
                  </a:schemeClr>
                </a:solidFill>
              </a:rPr>
              <a:t>+ Enter</a:t>
            </a:r>
            <a:endParaRPr kumimoji="1" lang="ja-JP" altLang="en-US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73934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35CFCC6-B32B-F491-2C42-9AFAFFF77207}"/>
              </a:ext>
            </a:extLst>
          </p:cNvPr>
          <p:cNvSpPr txBox="1"/>
          <p:nvPr/>
        </p:nvSpPr>
        <p:spPr>
          <a:xfrm>
            <a:off x="4196593" y="2564716"/>
            <a:ext cx="19546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>
                <a:solidFill>
                  <a:schemeClr val="bg1"/>
                </a:solidFill>
              </a:rPr>
              <a:t>Made with</a:t>
            </a:r>
            <a:endParaRPr kumimoji="1" lang="ja-JP" altLang="en-US">
              <a:solidFill>
                <a:schemeClr val="bg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ACD1271-263D-8A9D-8630-87B0677C9B24}"/>
              </a:ext>
            </a:extLst>
          </p:cNvPr>
          <p:cNvSpPr txBox="1"/>
          <p:nvPr/>
        </p:nvSpPr>
        <p:spPr>
          <a:xfrm>
            <a:off x="4196593" y="3013501"/>
            <a:ext cx="37988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4800" b="1">
                <a:solidFill>
                  <a:schemeClr val="bg1"/>
                </a:solidFill>
              </a:rPr>
              <a:t>NeneEngine</a:t>
            </a:r>
            <a:endParaRPr kumimoji="1" lang="ja-JP" altLang="en-US" sz="4800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42731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</TotalTime>
  <Words>88</Words>
  <Application>Microsoft Office PowerPoint</Application>
  <PresentationFormat>ワイド画面</PresentationFormat>
  <Paragraphs>46</Paragraphs>
  <Slides>6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Rosmarinus Salvia</dc:creator>
  <cp:lastModifiedBy>Rosmarinus Salvia</cp:lastModifiedBy>
  <cp:revision>58</cp:revision>
  <dcterms:created xsi:type="dcterms:W3CDTF">2026-05-27T06:25:15Z</dcterms:created>
  <dcterms:modified xsi:type="dcterms:W3CDTF">2026-05-31T09:07:33Z</dcterms:modified>
</cp:coreProperties>
</file>