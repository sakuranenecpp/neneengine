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F40392-36FA-2560-1BC7-7C532778CD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3925390-E357-825A-02AB-BC997626FD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02EACD-9B15-D2C0-960E-30EF514CA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6768-D803-4A2A-94D0-49F2EC2B67A1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3583E1-59F3-CDB9-D9AB-B5F34E154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58E97F-A100-10E1-134B-C1ED3043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B6CA-0D3E-4E9E-AEAC-A426BCAE8C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2350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920AA-6FEF-82A6-4A4A-EF84CA2A7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8C58774-2035-68EE-DD81-459241D28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47C0A8-1162-368E-ECB1-0F2D3D34F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6768-D803-4A2A-94D0-49F2EC2B67A1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0E01F1-C74E-C307-E610-3276AA3F3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C10B73-2E67-F34B-1358-015437F43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B6CA-0D3E-4E9E-AEAC-A426BCAE8C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7115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DBF662-B82B-C4FB-5C95-CD320F6CE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BEB4BD-D9A6-559E-D83C-FA0A23A20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0B15BC-9EE1-3095-5C17-4333521ED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6768-D803-4A2A-94D0-49F2EC2B67A1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8B7E5B-C010-F000-CCC5-B28E60AA6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05F996-DB32-3E12-4A4C-F455182E8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B6CA-0D3E-4E9E-AEAC-A426BCAE8C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7164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245B91-162C-B853-E589-CF5523065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D030AE-DF30-FD60-952B-97473E9837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5A33325-64D2-7132-9F19-7FD30E7A7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42BFA8A-54FC-DE33-BEC7-6B128086F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6768-D803-4A2A-94D0-49F2EC2B67A1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6B26EA4-BBCA-1D2E-5A73-0B4674D6B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C9E14DC-94FC-86AA-4F80-A4D54D592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B6CA-0D3E-4E9E-AEAC-A426BCAE8C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598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30FEA6-39B5-E4B6-1460-54E376400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1032AE-1585-694A-A52D-ED0598B91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821C947-6A42-AC8C-BC80-317896B35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1B8EC0A-EB8C-3C59-899A-98845433A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732B002-5961-138E-6FC7-A436635C94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CB96302-06B6-6B77-8E8F-EFEC27348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6768-D803-4A2A-94D0-49F2EC2B67A1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B39D897-4741-7657-0BF8-C086A8705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A1338C7-EF6C-7DF1-0A19-C44E93AFD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B6CA-0D3E-4E9E-AEAC-A426BCAE8C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1686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5111F2-6FA0-B661-7F07-8A9E0E2EA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DA2CC36-0C48-44DC-B8C3-2B2C32CC3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6768-D803-4A2A-94D0-49F2EC2B67A1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AE08C8A-07FB-1975-77C3-CD8805E83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44CF00D-5076-7115-A120-C347C3DF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B6CA-0D3E-4E9E-AEAC-A426BCAE8C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0396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8B97DAD-FAB9-F24B-57A9-69365ABB1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6768-D803-4A2A-94D0-49F2EC2B67A1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B4CA95D-67EE-86DB-1E46-9F7443028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53AD4D1-AE63-576B-31DF-11332EA43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B6CA-0D3E-4E9E-AEAC-A426BCAE8C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9834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D40480-6EF7-6848-BDDF-E91653456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D98AC2-1A74-59AC-3D56-6CB617500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E59E58A-0903-3A25-C9D6-4419AE33C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0682C80-3E86-9C2F-DD2E-D424A9DC5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6768-D803-4A2A-94D0-49F2EC2B67A1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276A6A-7B5B-F705-C7B4-7F2B12413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979061-B0A7-5164-1A25-70787DC61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B6CA-0D3E-4E9E-AEAC-A426BCAE8C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7096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61C320-3256-3959-931B-7523A3C87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594B078-5190-752C-620D-F1B56B8F9A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5A817D9-0BA0-D7E7-4A76-A4D76A1E6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1281EB1-C653-1BF0-2750-605E3942B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6768-D803-4A2A-94D0-49F2EC2B67A1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C5A2A5-3615-79C2-53E0-6884B911E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4C6CEC-C3DA-348E-42EA-D64DFAF6B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B6CA-0D3E-4E9E-AEAC-A426BCAE8C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5559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DAABE7-29C0-109C-2A77-CC29F96BF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A1494A4-3C14-CE27-38DB-03BBF3D00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FDD5D1-039E-D7DC-5E81-917B174AE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6768-D803-4A2A-94D0-49F2EC2B67A1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FCB6B2-79EE-E592-3E02-5359E79DF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D9FB2B-91E1-6858-7E8B-6E84EDD2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B6CA-0D3E-4E9E-AEAC-A426BCAE8C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887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94B4A58-5840-F8C1-429C-658C906DA2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8B3249B-2FC4-754E-29C7-43C6BE010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6AF98F-BC75-469A-93CC-367E4919F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6768-D803-4A2A-94D0-49F2EC2B67A1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DE279C-0109-121B-3A3E-324E05CE7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AE8013-80BA-5F67-74C4-5AEF5BA1C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B6CA-0D3E-4E9E-AEAC-A426BCAE8C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3700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27F3717-950F-E421-E250-DDCFC9AB4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BD7961-5BA8-F46E-FBEC-791339609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1AB014-4E97-C3B4-A71B-3141BC8A07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B06768-D803-4A2A-94D0-49F2EC2B67A1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577669-5706-CD0D-1402-97969C413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8D9309-D991-5835-CDF1-D2A5DE2C6C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22B6CA-0D3E-4E9E-AEAC-A426BCAE8C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4140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楕円 3">
            <a:extLst>
              <a:ext uri="{FF2B5EF4-FFF2-40B4-BE49-F238E27FC236}">
                <a16:creationId xmlns:a16="http://schemas.microsoft.com/office/drawing/2014/main" id="{F0D3C31F-C59C-D0CE-D77D-385F91EDEBFD}"/>
              </a:ext>
            </a:extLst>
          </p:cNvPr>
          <p:cNvSpPr>
            <a:spLocks noChangeAspect="1"/>
          </p:cNvSpPr>
          <p:nvPr/>
        </p:nvSpPr>
        <p:spPr>
          <a:xfrm>
            <a:off x="2962277" y="3069000"/>
            <a:ext cx="720000" cy="720000"/>
          </a:xfrm>
          <a:prstGeom prst="ellipse">
            <a:avLst/>
          </a:prstGeom>
          <a:solidFill>
            <a:srgbClr val="FF7C80"/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99CC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73F253E3-2E7F-141C-A34C-33E6F2C5EEA3}"/>
              </a:ext>
            </a:extLst>
          </p:cNvPr>
          <p:cNvSpPr>
            <a:spLocks noChangeAspect="1"/>
          </p:cNvSpPr>
          <p:nvPr/>
        </p:nvSpPr>
        <p:spPr>
          <a:xfrm>
            <a:off x="5838975" y="3069000"/>
            <a:ext cx="720000" cy="720000"/>
          </a:xfrm>
          <a:prstGeom prst="ellipse">
            <a:avLst/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A3A20D84-61A6-F1D0-4179-28534D900971}"/>
              </a:ext>
            </a:extLst>
          </p:cNvPr>
          <p:cNvSpPr>
            <a:spLocks noChangeAspect="1"/>
          </p:cNvSpPr>
          <p:nvPr/>
        </p:nvSpPr>
        <p:spPr>
          <a:xfrm>
            <a:off x="8715674" y="3069000"/>
            <a:ext cx="720000" cy="720000"/>
          </a:xfrm>
          <a:prstGeom prst="ellipse">
            <a:avLst/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D8D4CA4-6F4E-F5EF-9B3B-B0ED80C7401E}"/>
              </a:ext>
            </a:extLst>
          </p:cNvPr>
          <p:cNvSpPr txBox="1"/>
          <p:nvPr/>
        </p:nvSpPr>
        <p:spPr>
          <a:xfrm>
            <a:off x="2881855" y="3136612"/>
            <a:ext cx="880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b="1"/>
              <a:t>1</a:t>
            </a:r>
            <a:endParaRPr kumimoji="1" lang="ja-JP" altLang="en-US" sz="3200" b="1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90D497C-31C8-1097-2F78-2051D02D5263}"/>
              </a:ext>
            </a:extLst>
          </p:cNvPr>
          <p:cNvSpPr txBox="1"/>
          <p:nvPr/>
        </p:nvSpPr>
        <p:spPr>
          <a:xfrm>
            <a:off x="5758553" y="3169942"/>
            <a:ext cx="880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/>
              <a:t>2</a:t>
            </a:r>
            <a:endParaRPr kumimoji="1" lang="ja-JP" altLang="en-US" sz="3200" b="1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7976F3A-C39E-F510-0CBB-D5D51DB05724}"/>
              </a:ext>
            </a:extLst>
          </p:cNvPr>
          <p:cNvSpPr txBox="1"/>
          <p:nvPr/>
        </p:nvSpPr>
        <p:spPr>
          <a:xfrm>
            <a:off x="8635251" y="3163281"/>
            <a:ext cx="880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b="1"/>
              <a:t>3</a:t>
            </a:r>
            <a:endParaRPr kumimoji="1" lang="ja-JP" altLang="en-US" sz="3200" b="1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10C5AFA-9D2A-F535-34B6-656087640273}"/>
              </a:ext>
            </a:extLst>
          </p:cNvPr>
          <p:cNvSpPr txBox="1"/>
          <p:nvPr/>
        </p:nvSpPr>
        <p:spPr>
          <a:xfrm>
            <a:off x="4512460" y="520117"/>
            <a:ext cx="3167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>
                <a:solidFill>
                  <a:schemeClr val="bg1"/>
                </a:solidFill>
              </a:rPr>
              <a:t>Stage Select</a:t>
            </a:r>
            <a:endParaRPr kumimoji="1" lang="ja-JP" altLang="en-US" sz="2800" b="1">
              <a:solidFill>
                <a:schemeClr val="bg1"/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71D003B-8CE7-6DB2-EB95-7FA19D0D2889}"/>
              </a:ext>
            </a:extLst>
          </p:cNvPr>
          <p:cNvSpPr txBox="1"/>
          <p:nvPr/>
        </p:nvSpPr>
        <p:spPr>
          <a:xfrm>
            <a:off x="9689283" y="6085344"/>
            <a:ext cx="2209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>
                <a:solidFill>
                  <a:schemeClr val="bg1"/>
                </a:solidFill>
              </a:rPr>
              <a:t>← </a:t>
            </a:r>
            <a:r>
              <a:rPr lang="en-US" altLang="ja-JP">
                <a:solidFill>
                  <a:schemeClr val="bg1"/>
                </a:solidFill>
              </a:rPr>
              <a:t>/ </a:t>
            </a:r>
            <a:r>
              <a:rPr lang="ja-JP" altLang="en-US">
                <a:solidFill>
                  <a:schemeClr val="bg1"/>
                </a:solidFill>
              </a:rPr>
              <a:t>→ </a:t>
            </a:r>
            <a:r>
              <a:rPr lang="en-US" altLang="ja-JP">
                <a:solidFill>
                  <a:schemeClr val="bg1"/>
                </a:solidFill>
              </a:rPr>
              <a:t>:  Select</a:t>
            </a:r>
          </a:p>
          <a:p>
            <a:pPr algn="r"/>
            <a:r>
              <a:rPr lang="en-US" altLang="ja-JP">
                <a:solidFill>
                  <a:schemeClr val="bg1"/>
                </a:solidFill>
              </a:rPr>
              <a:t>Space : Decide</a:t>
            </a:r>
            <a:endParaRPr kumimoji="1" lang="ja-JP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547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ワイド画面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Rosmarinus Salvia</dc:creator>
  <cp:lastModifiedBy>Rosmarinus Salvia</cp:lastModifiedBy>
  <cp:revision>1</cp:revision>
  <dcterms:created xsi:type="dcterms:W3CDTF">2026-05-27T06:25:15Z</dcterms:created>
  <dcterms:modified xsi:type="dcterms:W3CDTF">2026-05-27T06:26:01Z</dcterms:modified>
</cp:coreProperties>
</file>