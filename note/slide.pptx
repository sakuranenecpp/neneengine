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64" r:id="rId2"/>
    <p:sldId id="269" r:id="rId3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05" autoAdjust="0"/>
    <p:restoredTop sz="94660"/>
  </p:normalViewPr>
  <p:slideViewPr>
    <p:cSldViewPr snapToGrid="0">
      <p:cViewPr varScale="1">
        <p:scale>
          <a:sx n="74" d="100"/>
          <a:sy n="74" d="100"/>
        </p:scale>
        <p:origin x="26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91F9B9-73E0-4983-B9AF-731D99DE00B9}" type="datetimeFigureOut">
              <a:rPr kumimoji="1" lang="ja-JP" altLang="en-US" smtClean="0"/>
              <a:t>2025/12/27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ED6814-5EED-4A28-B63A-9C611095290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118652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149E9A0-3F73-898C-F42A-349C9FA6F9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375670CF-E35A-55E3-12AE-5761944B3D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EB9784A-D611-6924-5868-9156F49A3A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38CB6-21B6-43C9-8D62-5A4528F2F88D}" type="datetimeFigureOut">
              <a:rPr kumimoji="1" lang="ja-JP" altLang="en-US" smtClean="0"/>
              <a:t>2025/12/27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E5B4FB1-9BC8-DE9B-2019-29A8A80D49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D76332A-3D27-90CC-C56B-9CBF8DCCC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8DC14-2892-4F10-9EC5-E290B81CA08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43671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9848B2C-6A79-E03B-48A6-0FB3B2E4FE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7A82450-FABD-F47B-86A4-9248F9129B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F7A84AD-1ACA-37D4-0938-F4C918FA47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38CB6-21B6-43C9-8D62-5A4528F2F88D}" type="datetimeFigureOut">
              <a:rPr kumimoji="1" lang="ja-JP" altLang="en-US" smtClean="0"/>
              <a:t>2025/12/27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D0EE657-23B4-D428-118D-D3E8C1D894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B3386BE-7B1F-1D2E-42E2-6C58A1F965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8DC14-2892-4F10-9EC5-E290B81CA08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071312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2485EE0-3E1A-8BCF-329D-0535C9097B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C5F84F1-D44F-74DD-467D-8B69455763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8E83AB0-9B57-DF89-F4F7-F77C3F4CE5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38CB6-21B6-43C9-8D62-5A4528F2F88D}" type="datetimeFigureOut">
              <a:rPr kumimoji="1" lang="ja-JP" altLang="en-US" smtClean="0"/>
              <a:t>2025/12/27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1C58831-CF2B-A4FD-C80C-9125057AB7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F83B114-F8C1-417C-4C77-77ED5780D5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8DC14-2892-4F10-9EC5-E290B81CA08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648530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B546EF-A0E3-A593-CF61-0F36C910E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B7ACF4B-21E6-B263-67B4-797B483CB8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DB5BF632-95CF-00F7-61BF-EABDD9E9ED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C5764B1-3729-4BB9-5949-9602AC58CB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38CB6-21B6-43C9-8D62-5A4528F2F88D}" type="datetimeFigureOut">
              <a:rPr kumimoji="1" lang="ja-JP" altLang="en-US" smtClean="0"/>
              <a:t>2025/12/27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36F272-8F03-4DE0-2CAF-5890872CCE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0ED9D10-DBD9-546A-7758-3A7C0FEDB1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8DC14-2892-4F10-9EC5-E290B81CA08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76708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2EAE15A-CC56-A9F6-0158-C2B9448180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D4DCF49-E337-6530-D32A-37D77ACEC3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AD5D8D6E-476C-B558-1EF0-F73B0CBB16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D13D80E0-100A-0132-F20D-D137C227A9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0068C0F7-2A27-686A-2A5A-AB5C1DDC62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8B3033BB-4254-36CB-069A-1F993C835A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38CB6-21B6-43C9-8D62-5A4528F2F88D}" type="datetimeFigureOut">
              <a:rPr kumimoji="1" lang="ja-JP" altLang="en-US" smtClean="0"/>
              <a:t>2025/12/27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07BCF76A-6211-3DBE-0AB4-2A6F757051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3A37ED4B-88E6-B223-00A1-7630236B5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8DC14-2892-4F10-9EC5-E290B81CA08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266222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CE7C7E2-31DE-6A55-62B4-30A48A6CAD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8B882E98-22A1-01FF-E8F9-9DA7F923E9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38CB6-21B6-43C9-8D62-5A4528F2F88D}" type="datetimeFigureOut">
              <a:rPr kumimoji="1" lang="ja-JP" altLang="en-US" smtClean="0"/>
              <a:t>2025/12/27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5A04B73D-83D9-901F-389C-15E7EDE7BC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ED6D6A61-B150-ECE2-13A8-BF21FC7236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8DC14-2892-4F10-9EC5-E290B81CA08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468383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B7A360B5-7FC8-C536-6E58-79066F80D8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38CB6-21B6-43C9-8D62-5A4528F2F88D}" type="datetimeFigureOut">
              <a:rPr kumimoji="1" lang="ja-JP" altLang="en-US" smtClean="0"/>
              <a:t>2025/12/27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11CA1316-1D88-5DB4-7610-675E4F7CE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E55DE9E-93DA-13B1-3939-41BAB1C632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8DC14-2892-4F10-9EC5-E290B81CA08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60445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8D53ECF-76CC-7E52-3E3D-25D3F92325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1AA8A9F-349A-7675-2871-0A3358FC39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EB192143-D351-6F65-F633-EC6D186AF8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0F4F650-7986-E8E2-30C2-3F4AAACC79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38CB6-21B6-43C9-8D62-5A4528F2F88D}" type="datetimeFigureOut">
              <a:rPr kumimoji="1" lang="ja-JP" altLang="en-US" smtClean="0"/>
              <a:t>2025/12/27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26B9A28-63DC-140C-F4F8-89366299BD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ED98DEF-30D6-8159-5119-C895ADE710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8DC14-2892-4F10-9EC5-E290B81CA08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819070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71897D3-D4A6-9093-B01D-E18D87140F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DCA0DF14-7F70-7928-8117-E899E241EB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C3FEC005-3C93-4F2F-194C-C70342ECD3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E781D96-DAF8-2975-3542-C208605EDC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38CB6-21B6-43C9-8D62-5A4528F2F88D}" type="datetimeFigureOut">
              <a:rPr kumimoji="1" lang="ja-JP" altLang="en-US" smtClean="0"/>
              <a:t>2025/12/27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F266AA9-D0FE-2246-1D43-D8B2AF78F6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A0BD126-4A28-EC27-26BD-B952109E09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8DC14-2892-4F10-9EC5-E290B81CA08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431431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08FD747-AA84-FF78-3829-589EF28C09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A6F7C8DE-60DC-5276-F96F-41C39A6C0A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2C21447-0FBF-C795-8C6C-6E954BC169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38CB6-21B6-43C9-8D62-5A4528F2F88D}" type="datetimeFigureOut">
              <a:rPr kumimoji="1" lang="ja-JP" altLang="en-US" smtClean="0"/>
              <a:t>2025/12/27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680571C-32FA-25E9-C0A8-1C713CFC83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D5F8CD1-EFF3-9EA0-2F25-09B0730F1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8DC14-2892-4F10-9EC5-E290B81CA08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475927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960FE8FC-5BAF-8E26-6176-16890AA79E8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BFBADA8-7661-5398-AB0F-6B66563646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7A9165A-7C1C-F5D5-B13F-75640F047D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38CB6-21B6-43C9-8D62-5A4528F2F88D}" type="datetimeFigureOut">
              <a:rPr kumimoji="1" lang="ja-JP" altLang="en-US" smtClean="0"/>
              <a:t>2025/12/27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9EAED9-DE78-9CCD-3E62-A2C36115BF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215E44C-BCC4-B713-73A4-EC5CBF8239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8DC14-2892-4F10-9EC5-E290B81CA08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961690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3DC760B0-B28A-0626-4A03-7A370916CF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EEB9E7A-95ED-C9AF-9514-3EFA6887BF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0F388EB-2A2D-BCD4-AB70-7D951CB28D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538CB6-21B6-43C9-8D62-5A4528F2F88D}" type="datetimeFigureOut">
              <a:rPr kumimoji="1" lang="ja-JP" altLang="en-US" smtClean="0"/>
              <a:t>2025/12/27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16D4E10-14A4-207D-83D1-0F001F522F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AF1A2E2-7FE1-4CA1-5674-E903C3AEC9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48DC14-2892-4F10-9EC5-E290B81CA08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388235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8DB27D5F-C12E-691B-B4BE-81477DD0F4E4}"/>
              </a:ext>
            </a:extLst>
          </p:cNvPr>
          <p:cNvSpPr txBox="1"/>
          <p:nvPr/>
        </p:nvSpPr>
        <p:spPr>
          <a:xfrm>
            <a:off x="687897" y="2831198"/>
            <a:ext cx="61519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>
                <a:latin typeface="Consolas" panose="020B0609020204030204" pitchFamily="49" charset="0"/>
              </a:rPr>
              <a:t>C++ GameDev</a:t>
            </a:r>
            <a:r>
              <a:rPr lang="en-US" altLang="ja-JP" sz="2400">
                <a:latin typeface="Consolas" panose="020B0609020204030204" pitchFamily="49" charset="0"/>
              </a:rPr>
              <a:t>Lib.</a:t>
            </a:r>
            <a:endParaRPr kumimoji="1" lang="ja-JP" altLang="en-US" sz="2400">
              <a:latin typeface="Consolas" panose="020B0609020204030204" pitchFamily="49" charset="0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614C8A68-BD04-D446-C82D-D1E5C54E0E07}"/>
              </a:ext>
            </a:extLst>
          </p:cNvPr>
          <p:cNvSpPr txBox="1"/>
          <p:nvPr/>
        </p:nvSpPr>
        <p:spPr>
          <a:xfrm>
            <a:off x="687897" y="3292863"/>
            <a:ext cx="657697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6600" b="1"/>
              <a:t>NeneEngine</a:t>
            </a:r>
            <a:endParaRPr kumimoji="1" lang="ja-JP" altLang="en-US" sz="6600" b="1"/>
          </a:p>
        </p:txBody>
      </p:sp>
    </p:spTree>
    <p:extLst>
      <p:ext uri="{BB962C8B-B14F-4D97-AF65-F5344CB8AC3E}">
        <p14:creationId xmlns:p14="http://schemas.microsoft.com/office/powerpoint/2010/main" val="10096739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5E07CD-B3BD-3C1C-E6CD-E0D47161C4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四角形: 角を丸くする 93">
            <a:extLst>
              <a:ext uri="{FF2B5EF4-FFF2-40B4-BE49-F238E27FC236}">
                <a16:creationId xmlns:a16="http://schemas.microsoft.com/office/drawing/2014/main" id="{3D5DE47B-9F52-7957-23AA-DDF1837DDD21}"/>
              </a:ext>
            </a:extLst>
          </p:cNvPr>
          <p:cNvSpPr/>
          <p:nvPr/>
        </p:nvSpPr>
        <p:spPr>
          <a:xfrm>
            <a:off x="179999" y="2076675"/>
            <a:ext cx="2806934" cy="3292280"/>
          </a:xfrm>
          <a:prstGeom prst="roundRect">
            <a:avLst>
              <a:gd name="adj" fmla="val 8069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36CE4DF5-D3B5-AA03-F2C4-D827CE3834B9}"/>
              </a:ext>
            </a:extLst>
          </p:cNvPr>
          <p:cNvSpPr txBox="1"/>
          <p:nvPr/>
        </p:nvSpPr>
        <p:spPr>
          <a:xfrm>
            <a:off x="179999" y="180000"/>
            <a:ext cx="47115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800" b="1"/>
              <a:t>NeneEngine(ver. 1.0.0)</a:t>
            </a:r>
            <a:endParaRPr lang="ja-JP" altLang="en-US" sz="2800" b="1"/>
          </a:p>
        </p:txBody>
      </p:sp>
      <p:sp>
        <p:nvSpPr>
          <p:cNvPr id="49" name="テキスト ボックス 48">
            <a:extLst>
              <a:ext uri="{FF2B5EF4-FFF2-40B4-BE49-F238E27FC236}">
                <a16:creationId xmlns:a16="http://schemas.microsoft.com/office/drawing/2014/main" id="{F1B55DAF-F635-F77A-9463-00C40DC8919E}"/>
              </a:ext>
            </a:extLst>
          </p:cNvPr>
          <p:cNvSpPr txBox="1"/>
          <p:nvPr/>
        </p:nvSpPr>
        <p:spPr>
          <a:xfrm>
            <a:off x="209850" y="2780896"/>
            <a:ext cx="285669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ja-JP">
                <a:latin typeface="Consolas" panose="020B0609020204030204" pitchFamily="49" charset="0"/>
              </a:rPr>
              <a:t>NeneInputQueue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ja-JP">
                <a:latin typeface="Consolas" panose="020B0609020204030204" pitchFamily="49" charset="0"/>
              </a:rPr>
              <a:t>NeneMailServer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ja-JP">
                <a:latin typeface="Consolas" panose="020B0609020204030204" pitchFamily="49" charset="0"/>
              </a:rPr>
              <a:t>NeneBlackboard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ja-JP">
                <a:latin typeface="Consolas" panose="020B0609020204030204" pitchFamily="49" charset="0"/>
              </a:rPr>
              <a:t>NeneCollisionWorld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ja-JP">
                <a:latin typeface="Consolas" panose="020B0609020204030204" pitchFamily="49" charset="0"/>
              </a:rPr>
              <a:t>NeneAssetLoader</a:t>
            </a:r>
            <a:endParaRPr lang="ja-JP" altLang="en-US">
              <a:latin typeface="Consolas" panose="020B06090202040302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ja-JP">
                <a:latin typeface="Consolas" panose="020B0609020204030204" pitchFamily="49" charset="0"/>
              </a:rPr>
              <a:t>NeneFontLoader</a:t>
            </a:r>
            <a:endParaRPr lang="ja-JP" altLang="en-US">
              <a:latin typeface="Consolas" panose="020B0609020204030204" pitchFamily="49" charset="0"/>
            </a:endParaRPr>
          </a:p>
        </p:txBody>
      </p:sp>
      <p:sp>
        <p:nvSpPr>
          <p:cNvPr id="112" name="左大かっこ 111">
            <a:extLst>
              <a:ext uri="{FF2B5EF4-FFF2-40B4-BE49-F238E27FC236}">
                <a16:creationId xmlns:a16="http://schemas.microsoft.com/office/drawing/2014/main" id="{75652FA8-0006-73E2-E14D-A4570A9C6B0C}"/>
              </a:ext>
            </a:extLst>
          </p:cNvPr>
          <p:cNvSpPr/>
          <p:nvPr/>
        </p:nvSpPr>
        <p:spPr>
          <a:xfrm rot="10800000" flipH="1">
            <a:off x="3690438" y="2376663"/>
            <a:ext cx="336278" cy="2992291"/>
          </a:xfrm>
          <a:prstGeom prst="leftBracket">
            <a:avLst>
              <a:gd name="adj" fmla="val 0"/>
            </a:avLst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13" name="直線矢印コネクタ 112">
            <a:extLst>
              <a:ext uri="{FF2B5EF4-FFF2-40B4-BE49-F238E27FC236}">
                <a16:creationId xmlns:a16="http://schemas.microsoft.com/office/drawing/2014/main" id="{83A35FD0-3BE2-7D59-0E29-30175CC7B538}"/>
              </a:ext>
            </a:extLst>
          </p:cNvPr>
          <p:cNvCxnSpPr>
            <a:cxnSpLocks/>
          </p:cNvCxnSpPr>
          <p:nvPr/>
        </p:nvCxnSpPr>
        <p:spPr>
          <a:xfrm flipH="1">
            <a:off x="2986933" y="3760546"/>
            <a:ext cx="68997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" name="テキスト ボックス 114">
            <a:extLst>
              <a:ext uri="{FF2B5EF4-FFF2-40B4-BE49-F238E27FC236}">
                <a16:creationId xmlns:a16="http://schemas.microsoft.com/office/drawing/2014/main" id="{D269D372-766C-30CD-83DF-5AFECA6E0676}"/>
              </a:ext>
            </a:extLst>
          </p:cNvPr>
          <p:cNvSpPr txBox="1"/>
          <p:nvPr/>
        </p:nvSpPr>
        <p:spPr>
          <a:xfrm>
            <a:off x="3045277" y="3455266"/>
            <a:ext cx="8388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/>
              <a:t>参照</a:t>
            </a:r>
            <a:endParaRPr kumimoji="1" lang="en-US" altLang="ja-JP"/>
          </a:p>
          <a:p>
            <a:r>
              <a:rPr kumimoji="1" lang="ja-JP" altLang="en-US"/>
              <a:t>更新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7F6C946B-D4F3-4EBE-AF11-4A6FE54C0293}"/>
              </a:ext>
            </a:extLst>
          </p:cNvPr>
          <p:cNvSpPr txBox="1"/>
          <p:nvPr/>
        </p:nvSpPr>
        <p:spPr>
          <a:xfrm>
            <a:off x="179999" y="1518399"/>
            <a:ext cx="2360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>
                <a:latin typeface="Consolas" panose="020B0609020204030204" pitchFamily="49" charset="0"/>
              </a:rPr>
              <a:t>NeneServer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356D9141-F6E1-4E95-68A2-882D20E0AA71}"/>
              </a:ext>
            </a:extLst>
          </p:cNvPr>
          <p:cNvSpPr txBox="1"/>
          <p:nvPr/>
        </p:nvSpPr>
        <p:spPr>
          <a:xfrm>
            <a:off x="179999" y="5455814"/>
            <a:ext cx="317559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600"/>
              <a:t>全ノード共有</a:t>
            </a:r>
            <a:endParaRPr kumimoji="1" lang="en-US" altLang="ja-JP" sz="1600"/>
          </a:p>
          <a:p>
            <a:r>
              <a:rPr kumimoji="1" lang="en-US" altLang="ja-JP" sz="1600"/>
              <a:t>(</a:t>
            </a:r>
            <a:r>
              <a:rPr kumimoji="1" lang="ja-JP" altLang="en-US" sz="1600"/>
              <a:t>親子付けの際に依存性注入</a:t>
            </a:r>
            <a:r>
              <a:rPr kumimoji="1" lang="en-US" altLang="ja-JP" sz="1600"/>
              <a:t>)</a:t>
            </a:r>
            <a:endParaRPr kumimoji="1" lang="ja-JP" altLang="en-US" sz="1600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419256EB-1BF5-EDA9-32BE-CD7E378CBC09}"/>
              </a:ext>
            </a:extLst>
          </p:cNvPr>
          <p:cNvSpPr txBox="1"/>
          <p:nvPr/>
        </p:nvSpPr>
        <p:spPr>
          <a:xfrm>
            <a:off x="3735247" y="2576140"/>
            <a:ext cx="6031685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ja-JP">
                <a:latin typeface="Consolas" panose="020B0609020204030204" pitchFamily="49" charset="0"/>
              </a:rPr>
              <a:t>game:NeneRoot</a:t>
            </a:r>
            <a:endParaRPr lang="en-US" altLang="ja-JP">
              <a:latin typeface="Consolas" panose="020B0609020204030204" pitchFamily="49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ja-JP">
                <a:latin typeface="Consolas" panose="020B0609020204030204" pitchFamily="49" charset="0"/>
              </a:rPr>
              <a:t>scene_switch: NeneSwitch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kumimoji="1" lang="en-US" altLang="ja-JP">
                <a:latin typeface="Consolas" panose="020B0609020204030204" pitchFamily="49" charset="0"/>
              </a:rPr>
              <a:t>play_scene: NeneNode</a:t>
            </a:r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en-US" altLang="ja-JP">
                <a:latin typeface="Consolas" panose="020B0609020204030204" pitchFamily="49" charset="0"/>
              </a:rPr>
              <a:t>interpreter: NeneInterpreter</a:t>
            </a:r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en-US" altLang="ja-JP">
                <a:latin typeface="Consolas" panose="020B0609020204030204" pitchFamily="49" charset="0"/>
              </a:rPr>
              <a:t>overlay: NeneNode</a:t>
            </a:r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kumimoji="1" lang="en-US" altLang="ja-JP">
                <a:latin typeface="Consolas" panose="020B0609020204030204" pitchFamily="49" charset="0"/>
              </a:rPr>
              <a:t>world: NeneNode</a:t>
            </a:r>
          </a:p>
          <a:p>
            <a:pPr marL="2114550" lvl="4" indent="-285750">
              <a:buFont typeface="Arial" panose="020B0604020202020204" pitchFamily="34" charset="0"/>
              <a:buChar char="•"/>
            </a:pPr>
            <a:r>
              <a:rPr lang="en-US" altLang="ja-JP">
                <a:latin typeface="Consolas" panose="020B0609020204030204" pitchFamily="49" charset="0"/>
              </a:rPr>
              <a:t>dino: NeneNode</a:t>
            </a:r>
          </a:p>
          <a:p>
            <a:pPr marL="2114550" lvl="4" indent="-285750">
              <a:buFont typeface="Arial" panose="020B0604020202020204" pitchFamily="34" charset="0"/>
              <a:buChar char="•"/>
            </a:pPr>
            <a:r>
              <a:rPr kumimoji="1" lang="en-US" altLang="ja-JP">
                <a:latin typeface="Consolas" panose="020B0609020204030204" pitchFamily="49" charset="0"/>
              </a:rPr>
              <a:t>ground: NeneNode</a:t>
            </a:r>
          </a:p>
          <a:p>
            <a:pPr marL="2114550" lvl="4" indent="-285750">
              <a:buFont typeface="Arial" panose="020B0604020202020204" pitchFamily="34" charset="0"/>
              <a:buChar char="•"/>
            </a:pPr>
            <a:r>
              <a:rPr kumimoji="1" lang="en-US" altLang="ja-JP">
                <a:latin typeface="Consolas" panose="020B0609020204030204" pitchFamily="49" charset="0"/>
              </a:rPr>
              <a:t>cactus_factory: NeneFactory</a:t>
            </a:r>
          </a:p>
        </p:txBody>
      </p:sp>
      <p:pic>
        <p:nvPicPr>
          <p:cNvPr id="16" name="Picture 4">
            <a:extLst>
              <a:ext uri="{FF2B5EF4-FFF2-40B4-BE49-F238E27FC236}">
                <a16:creationId xmlns:a16="http://schemas.microsoft.com/office/drawing/2014/main" id="{6222D80F-75C6-946E-03A8-CF574CBB4E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7496" y="594316"/>
            <a:ext cx="565666" cy="5656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6">
            <a:extLst>
              <a:ext uri="{FF2B5EF4-FFF2-40B4-BE49-F238E27FC236}">
                <a16:creationId xmlns:a16="http://schemas.microsoft.com/office/drawing/2014/main" id="{22F04CCE-17C2-BE84-FEE4-13294C9D2E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0380" y="609307"/>
            <a:ext cx="565666" cy="5656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8">
            <a:extLst>
              <a:ext uri="{FF2B5EF4-FFF2-40B4-BE49-F238E27FC236}">
                <a16:creationId xmlns:a16="http://schemas.microsoft.com/office/drawing/2014/main" id="{CD46DD42-B8BD-1D79-95FC-C7C800F7B9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61417" y="1559350"/>
            <a:ext cx="565665" cy="5656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10">
            <a:extLst>
              <a:ext uri="{FF2B5EF4-FFF2-40B4-BE49-F238E27FC236}">
                <a16:creationId xmlns:a16="http://schemas.microsoft.com/office/drawing/2014/main" id="{96791C3A-E317-0937-C8EE-CF068EFE2C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4302" y="1549805"/>
            <a:ext cx="565665" cy="5656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1" name="直線矢印コネクタ 20">
            <a:extLst>
              <a:ext uri="{FF2B5EF4-FFF2-40B4-BE49-F238E27FC236}">
                <a16:creationId xmlns:a16="http://schemas.microsoft.com/office/drawing/2014/main" id="{6FAD0CCD-D99B-9CB7-0DA6-2C25DA1A8889}"/>
              </a:ext>
            </a:extLst>
          </p:cNvPr>
          <p:cNvCxnSpPr>
            <a:cxnSpLocks/>
          </p:cNvCxnSpPr>
          <p:nvPr/>
        </p:nvCxnSpPr>
        <p:spPr>
          <a:xfrm flipH="1">
            <a:off x="5466925" y="1346756"/>
            <a:ext cx="238337" cy="122938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直線矢印コネクタ 21">
            <a:extLst>
              <a:ext uri="{FF2B5EF4-FFF2-40B4-BE49-F238E27FC236}">
                <a16:creationId xmlns:a16="http://schemas.microsoft.com/office/drawing/2014/main" id="{60366B17-A55C-5A8B-A07B-8F11A6F36625}"/>
              </a:ext>
            </a:extLst>
          </p:cNvPr>
          <p:cNvCxnSpPr>
            <a:cxnSpLocks/>
          </p:cNvCxnSpPr>
          <p:nvPr/>
        </p:nvCxnSpPr>
        <p:spPr>
          <a:xfrm flipV="1">
            <a:off x="5784145" y="2076674"/>
            <a:ext cx="699017" cy="55903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B8B4F2B4-6E39-03CD-A0DA-8D5C9ADFD17F}"/>
              </a:ext>
            </a:extLst>
          </p:cNvPr>
          <p:cNvSpPr txBox="1"/>
          <p:nvPr/>
        </p:nvSpPr>
        <p:spPr>
          <a:xfrm>
            <a:off x="4783435" y="1663360"/>
            <a:ext cx="9780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600"/>
              <a:t>入力</a:t>
            </a:r>
            <a:endParaRPr kumimoji="1" lang="ja-JP" altLang="en-US" sz="1600"/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AB55A419-2167-CA44-C4A6-BBD478B6B037}"/>
              </a:ext>
            </a:extLst>
          </p:cNvPr>
          <p:cNvSpPr txBox="1"/>
          <p:nvPr/>
        </p:nvSpPr>
        <p:spPr>
          <a:xfrm>
            <a:off x="5840575" y="2356189"/>
            <a:ext cx="95980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600"/>
              <a:t>出力</a:t>
            </a:r>
          </a:p>
        </p:txBody>
      </p:sp>
      <p:sp>
        <p:nvSpPr>
          <p:cNvPr id="25" name="四角形: 角を丸くする 24">
            <a:extLst>
              <a:ext uri="{FF2B5EF4-FFF2-40B4-BE49-F238E27FC236}">
                <a16:creationId xmlns:a16="http://schemas.microsoft.com/office/drawing/2014/main" id="{A1EC4033-B0EB-CDE5-2B6D-EE18D661501F}"/>
              </a:ext>
            </a:extLst>
          </p:cNvPr>
          <p:cNvSpPr/>
          <p:nvPr/>
        </p:nvSpPr>
        <p:spPr>
          <a:xfrm>
            <a:off x="5695218" y="528205"/>
            <a:ext cx="1887842" cy="748984"/>
          </a:xfrm>
          <a:prstGeom prst="roundRect">
            <a:avLst>
              <a:gd name="adj" fmla="val 8069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四角形: 角を丸くする 27">
            <a:extLst>
              <a:ext uri="{FF2B5EF4-FFF2-40B4-BE49-F238E27FC236}">
                <a16:creationId xmlns:a16="http://schemas.microsoft.com/office/drawing/2014/main" id="{30CE41B3-E3A6-9CF3-F945-975764349D4C}"/>
              </a:ext>
            </a:extLst>
          </p:cNvPr>
          <p:cNvSpPr/>
          <p:nvPr/>
        </p:nvSpPr>
        <p:spPr>
          <a:xfrm>
            <a:off x="6639139" y="1476666"/>
            <a:ext cx="1887842" cy="748984"/>
          </a:xfrm>
          <a:prstGeom prst="roundRect">
            <a:avLst>
              <a:gd name="adj" fmla="val 8069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30" name="直線矢印コネクタ 29">
            <a:extLst>
              <a:ext uri="{FF2B5EF4-FFF2-40B4-BE49-F238E27FC236}">
                <a16:creationId xmlns:a16="http://schemas.microsoft.com/office/drawing/2014/main" id="{A9E5B645-50BA-C062-119D-11A55768B151}"/>
              </a:ext>
            </a:extLst>
          </p:cNvPr>
          <p:cNvCxnSpPr>
            <a:cxnSpLocks/>
          </p:cNvCxnSpPr>
          <p:nvPr/>
        </p:nvCxnSpPr>
        <p:spPr>
          <a:xfrm>
            <a:off x="9652736" y="2759978"/>
            <a:ext cx="0" cy="237582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8B3A0A7D-D5A3-CEA6-3D55-CB0C101DEFE4}"/>
              </a:ext>
            </a:extLst>
          </p:cNvPr>
          <p:cNvSpPr txBox="1"/>
          <p:nvPr/>
        </p:nvSpPr>
        <p:spPr>
          <a:xfrm>
            <a:off x="9732353" y="3005036"/>
            <a:ext cx="199658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/>
              <a:t>パルス送信</a:t>
            </a:r>
            <a:endParaRPr kumimoji="1" lang="en-US" altLang="ja-JP"/>
          </a:p>
          <a:p>
            <a:pPr marL="342900" indent="-342900">
              <a:buFont typeface="+mj-lt"/>
              <a:buAutoNum type="arabicPeriod"/>
            </a:pPr>
            <a:r>
              <a:rPr kumimoji="1" lang="en-US" altLang="ja-JP"/>
              <a:t>SDL</a:t>
            </a:r>
            <a:r>
              <a:rPr lang="en-US" altLang="ja-JP"/>
              <a:t>_event</a:t>
            </a:r>
          </a:p>
          <a:p>
            <a:pPr marL="342900" indent="-342900">
              <a:buFont typeface="+mj-lt"/>
              <a:buAutoNum type="arabicPeriod"/>
            </a:pPr>
            <a:r>
              <a:rPr kumimoji="1" lang="en-US" altLang="ja-JP"/>
              <a:t>NeneInput</a:t>
            </a:r>
          </a:p>
          <a:p>
            <a:pPr marL="342900" indent="-342900">
              <a:buFont typeface="+mj-lt"/>
              <a:buAutoNum type="arabicPeriod"/>
            </a:pPr>
            <a:r>
              <a:rPr kumimoji="1" lang="en-US" altLang="ja-JP"/>
              <a:t>TimeLapse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ja-JP"/>
              <a:t>NeneMail</a:t>
            </a:r>
          </a:p>
          <a:p>
            <a:pPr marL="342900" indent="-342900">
              <a:buFont typeface="+mj-lt"/>
              <a:buAutoNum type="arabicPeriod"/>
            </a:pPr>
            <a:r>
              <a:rPr kumimoji="1" lang="en-US" altLang="ja-JP"/>
              <a:t>Render</a:t>
            </a:r>
          </a:p>
        </p:txBody>
      </p:sp>
      <p:sp>
        <p:nvSpPr>
          <p:cNvPr id="41" name="テキスト ボックス 40">
            <a:extLst>
              <a:ext uri="{FF2B5EF4-FFF2-40B4-BE49-F238E27FC236}">
                <a16:creationId xmlns:a16="http://schemas.microsoft.com/office/drawing/2014/main" id="{BCD949AA-B36C-DBD9-9843-BE96A2052F04}"/>
              </a:ext>
            </a:extLst>
          </p:cNvPr>
          <p:cNvSpPr txBox="1"/>
          <p:nvPr/>
        </p:nvSpPr>
        <p:spPr>
          <a:xfrm>
            <a:off x="9628911" y="4720821"/>
            <a:ext cx="24912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400"/>
              <a:t>(</a:t>
            </a:r>
            <a:r>
              <a:rPr lang="ja-JP" altLang="en-US" sz="1400"/>
              <a:t>レンダリング</a:t>
            </a:r>
            <a:r>
              <a:rPr kumimoji="1" lang="ja-JP" altLang="en-US" sz="1400"/>
              <a:t>だけ優先度順</a:t>
            </a:r>
            <a:r>
              <a:rPr kumimoji="1" lang="en-US" altLang="ja-JP" sz="1400"/>
              <a:t>)</a:t>
            </a:r>
            <a:endParaRPr kumimoji="1" lang="ja-JP" altLang="en-US" sz="1400"/>
          </a:p>
        </p:txBody>
      </p:sp>
      <p:sp>
        <p:nvSpPr>
          <p:cNvPr id="44" name="テキスト ボックス 43">
            <a:extLst>
              <a:ext uri="{FF2B5EF4-FFF2-40B4-BE49-F238E27FC236}">
                <a16:creationId xmlns:a16="http://schemas.microsoft.com/office/drawing/2014/main" id="{07E9D176-0A24-7DE7-BF21-0AB3492063D3}"/>
              </a:ext>
            </a:extLst>
          </p:cNvPr>
          <p:cNvSpPr txBox="1"/>
          <p:nvPr/>
        </p:nvSpPr>
        <p:spPr>
          <a:xfrm>
            <a:off x="3503918" y="1984506"/>
            <a:ext cx="2360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>
                <a:latin typeface="Consolas" panose="020B0609020204030204" pitchFamily="49" charset="0"/>
              </a:rPr>
              <a:t>NeneNode</a:t>
            </a:r>
          </a:p>
        </p:txBody>
      </p:sp>
    </p:spTree>
    <p:extLst>
      <p:ext uri="{BB962C8B-B14F-4D97-AF65-F5344CB8AC3E}">
        <p14:creationId xmlns:p14="http://schemas.microsoft.com/office/powerpoint/2010/main" val="17104438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3655</TotalTime>
  <Words>81</Words>
  <Application>Microsoft Office PowerPoint</Application>
  <PresentationFormat>ワイド画面</PresentationFormat>
  <Paragraphs>33</Paragraphs>
  <Slides>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7" baseType="lpstr">
      <vt:lpstr>游ゴシック</vt:lpstr>
      <vt:lpstr>游ゴシック Light</vt:lpstr>
      <vt:lpstr>Arial</vt:lpstr>
      <vt:lpstr>Consolas</vt:lpstr>
      <vt:lpstr>Office テーマ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Rosmarinus Salvia</dc:creator>
  <cp:lastModifiedBy>Rosmarinus Salvia</cp:lastModifiedBy>
  <cp:revision>736</cp:revision>
  <dcterms:created xsi:type="dcterms:W3CDTF">2025-06-29T09:33:34Z</dcterms:created>
  <dcterms:modified xsi:type="dcterms:W3CDTF">2025-12-27T06:13:31Z</dcterms:modified>
</cp:coreProperties>
</file>